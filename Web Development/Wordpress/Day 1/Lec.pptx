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4" r:id="rId22"/>
    <p:sldId id="285" r:id="rId23"/>
    <p:sldId id="286" r:id="rId24"/>
    <p:sldId id="287" r:id="rId25"/>
    <p:sldId id="288" r:id="rId26"/>
    <p:sldId id="289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3" r:id="rId3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35" y="6377940"/>
            <a:ext cx="1458595" cy="367665"/>
          </a:xfrm>
          <a:custGeom>
            <a:avLst/>
            <a:gdLst/>
            <a:ahLst/>
            <a:cxnLst/>
            <a:rect l="l" t="t" r="r" b="b"/>
            <a:pathLst>
              <a:path w="1458595" h="367665">
                <a:moveTo>
                  <a:pt x="1274826" y="0"/>
                </a:moveTo>
                <a:lnTo>
                  <a:pt x="183642" y="0"/>
                </a:lnTo>
                <a:lnTo>
                  <a:pt x="134822" y="6559"/>
                </a:lnTo>
                <a:lnTo>
                  <a:pt x="90954" y="25072"/>
                </a:lnTo>
                <a:lnTo>
                  <a:pt x="53787" y="53787"/>
                </a:lnTo>
                <a:lnTo>
                  <a:pt x="25072" y="90954"/>
                </a:lnTo>
                <a:lnTo>
                  <a:pt x="6559" y="134822"/>
                </a:lnTo>
                <a:lnTo>
                  <a:pt x="0" y="183642"/>
                </a:lnTo>
                <a:lnTo>
                  <a:pt x="6559" y="232461"/>
                </a:lnTo>
                <a:lnTo>
                  <a:pt x="25072" y="276329"/>
                </a:lnTo>
                <a:lnTo>
                  <a:pt x="53787" y="313496"/>
                </a:lnTo>
                <a:lnTo>
                  <a:pt x="90954" y="342211"/>
                </a:lnTo>
                <a:lnTo>
                  <a:pt x="134822" y="360724"/>
                </a:lnTo>
                <a:lnTo>
                  <a:pt x="183642" y="367284"/>
                </a:lnTo>
                <a:lnTo>
                  <a:pt x="1274826" y="367284"/>
                </a:lnTo>
                <a:lnTo>
                  <a:pt x="1323662" y="360724"/>
                </a:lnTo>
                <a:lnTo>
                  <a:pt x="1367536" y="342211"/>
                </a:lnTo>
                <a:lnTo>
                  <a:pt x="1404699" y="313496"/>
                </a:lnTo>
                <a:lnTo>
                  <a:pt x="1433406" y="276329"/>
                </a:lnTo>
                <a:lnTo>
                  <a:pt x="1451911" y="232461"/>
                </a:lnTo>
                <a:lnTo>
                  <a:pt x="1458468" y="183642"/>
                </a:lnTo>
                <a:lnTo>
                  <a:pt x="1451911" y="134822"/>
                </a:lnTo>
                <a:lnTo>
                  <a:pt x="1433406" y="90954"/>
                </a:lnTo>
                <a:lnTo>
                  <a:pt x="1404699" y="53787"/>
                </a:lnTo>
                <a:lnTo>
                  <a:pt x="1367536" y="25072"/>
                </a:lnTo>
                <a:lnTo>
                  <a:pt x="1323662" y="6559"/>
                </a:lnTo>
                <a:lnTo>
                  <a:pt x="1274826" y="0"/>
                </a:lnTo>
                <a:close/>
              </a:path>
            </a:pathLst>
          </a:custGeom>
          <a:solidFill>
            <a:srgbClr val="004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39718" y="367131"/>
            <a:ext cx="5512562" cy="1156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52525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‹#›</a:t>
            </a:fld>
            <a:endParaRPr spc="-15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‹#›</a:t>
            </a:fld>
            <a:endParaRPr spc="-15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‹#›</a:t>
            </a:fld>
            <a:endParaRPr spc="-15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‹#›</a:t>
            </a:fld>
            <a:endParaRPr spc="-15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4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7535" y="6377940"/>
            <a:ext cx="1458595" cy="367665"/>
          </a:xfrm>
          <a:custGeom>
            <a:avLst/>
            <a:gdLst/>
            <a:ahLst/>
            <a:cxnLst/>
            <a:rect l="l" t="t" r="r" b="b"/>
            <a:pathLst>
              <a:path w="1458595" h="367665">
                <a:moveTo>
                  <a:pt x="1274826" y="0"/>
                </a:moveTo>
                <a:lnTo>
                  <a:pt x="183642" y="0"/>
                </a:lnTo>
                <a:lnTo>
                  <a:pt x="134822" y="6559"/>
                </a:lnTo>
                <a:lnTo>
                  <a:pt x="90954" y="25072"/>
                </a:lnTo>
                <a:lnTo>
                  <a:pt x="53787" y="53787"/>
                </a:lnTo>
                <a:lnTo>
                  <a:pt x="25072" y="90954"/>
                </a:lnTo>
                <a:lnTo>
                  <a:pt x="6559" y="134822"/>
                </a:lnTo>
                <a:lnTo>
                  <a:pt x="0" y="183642"/>
                </a:lnTo>
                <a:lnTo>
                  <a:pt x="6559" y="232461"/>
                </a:lnTo>
                <a:lnTo>
                  <a:pt x="25072" y="276329"/>
                </a:lnTo>
                <a:lnTo>
                  <a:pt x="53787" y="313496"/>
                </a:lnTo>
                <a:lnTo>
                  <a:pt x="90954" y="342211"/>
                </a:lnTo>
                <a:lnTo>
                  <a:pt x="134822" y="360724"/>
                </a:lnTo>
                <a:lnTo>
                  <a:pt x="183642" y="367284"/>
                </a:lnTo>
                <a:lnTo>
                  <a:pt x="1274826" y="367284"/>
                </a:lnTo>
                <a:lnTo>
                  <a:pt x="1323662" y="360724"/>
                </a:lnTo>
                <a:lnTo>
                  <a:pt x="1367536" y="342211"/>
                </a:lnTo>
                <a:lnTo>
                  <a:pt x="1404699" y="313496"/>
                </a:lnTo>
                <a:lnTo>
                  <a:pt x="1433406" y="276329"/>
                </a:lnTo>
                <a:lnTo>
                  <a:pt x="1451911" y="232461"/>
                </a:lnTo>
                <a:lnTo>
                  <a:pt x="1458468" y="183642"/>
                </a:lnTo>
                <a:lnTo>
                  <a:pt x="1451911" y="134822"/>
                </a:lnTo>
                <a:lnTo>
                  <a:pt x="1433406" y="90954"/>
                </a:lnTo>
                <a:lnTo>
                  <a:pt x="1404699" y="53787"/>
                </a:lnTo>
                <a:lnTo>
                  <a:pt x="1367536" y="25072"/>
                </a:lnTo>
                <a:lnTo>
                  <a:pt x="1323662" y="6559"/>
                </a:lnTo>
                <a:lnTo>
                  <a:pt x="1274826" y="0"/>
                </a:lnTo>
                <a:close/>
              </a:path>
            </a:pathLst>
          </a:custGeom>
          <a:solidFill>
            <a:srgbClr val="004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‹#›</a:t>
            </a:fld>
            <a:endParaRPr spc="-15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4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9464" y="896823"/>
            <a:ext cx="433070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02" y="3395853"/>
            <a:ext cx="11982195" cy="273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98756" y="6547952"/>
            <a:ext cx="24130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‹#›</a:t>
            </a:fld>
            <a:endParaRPr spc="-15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2" Type="http://schemas.openxmlformats.org/officeDocument/2006/relationships/hyperlink" Target="http://www.nealanalytics.com/neal-creative/templates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21.png"/><Relationship Id="rId2" Type="http://schemas.openxmlformats.org/officeDocument/2006/relationships/hyperlink" Target="http://www.nealanalytics.com/neal-creative/templates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26" Type="http://schemas.openxmlformats.org/officeDocument/2006/relationships/image" Target="../media/image146.png"/><Relationship Id="rId39" Type="http://schemas.openxmlformats.org/officeDocument/2006/relationships/image" Target="../media/image159.png"/><Relationship Id="rId3" Type="http://schemas.openxmlformats.org/officeDocument/2006/relationships/image" Target="../media/image123.png"/><Relationship Id="rId21" Type="http://schemas.openxmlformats.org/officeDocument/2006/relationships/image" Target="../media/image141.png"/><Relationship Id="rId34" Type="http://schemas.openxmlformats.org/officeDocument/2006/relationships/image" Target="../media/image154.png"/><Relationship Id="rId42" Type="http://schemas.openxmlformats.org/officeDocument/2006/relationships/image" Target="../media/image162.png"/><Relationship Id="rId47" Type="http://schemas.openxmlformats.org/officeDocument/2006/relationships/image" Target="../media/image167.png"/><Relationship Id="rId50" Type="http://schemas.openxmlformats.org/officeDocument/2006/relationships/image" Target="../media/image170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5" Type="http://schemas.openxmlformats.org/officeDocument/2006/relationships/image" Target="../media/image145.png"/><Relationship Id="rId33" Type="http://schemas.openxmlformats.org/officeDocument/2006/relationships/image" Target="../media/image153.png"/><Relationship Id="rId38" Type="http://schemas.openxmlformats.org/officeDocument/2006/relationships/image" Target="../media/image158.png"/><Relationship Id="rId46" Type="http://schemas.openxmlformats.org/officeDocument/2006/relationships/image" Target="../media/image166.png"/><Relationship Id="rId2" Type="http://schemas.openxmlformats.org/officeDocument/2006/relationships/image" Target="../media/image122.png"/><Relationship Id="rId16" Type="http://schemas.openxmlformats.org/officeDocument/2006/relationships/image" Target="../media/image136.png"/><Relationship Id="rId20" Type="http://schemas.openxmlformats.org/officeDocument/2006/relationships/image" Target="../media/image140.png"/><Relationship Id="rId29" Type="http://schemas.openxmlformats.org/officeDocument/2006/relationships/image" Target="../media/image149.png"/><Relationship Id="rId41" Type="http://schemas.openxmlformats.org/officeDocument/2006/relationships/image" Target="../media/image161.png"/><Relationship Id="rId54" Type="http://schemas.openxmlformats.org/officeDocument/2006/relationships/image" Target="../media/image1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24" Type="http://schemas.openxmlformats.org/officeDocument/2006/relationships/image" Target="../media/image144.png"/><Relationship Id="rId32" Type="http://schemas.openxmlformats.org/officeDocument/2006/relationships/image" Target="../media/image152.png"/><Relationship Id="rId37" Type="http://schemas.openxmlformats.org/officeDocument/2006/relationships/image" Target="../media/image157.png"/><Relationship Id="rId40" Type="http://schemas.openxmlformats.org/officeDocument/2006/relationships/image" Target="../media/image160.png"/><Relationship Id="rId45" Type="http://schemas.openxmlformats.org/officeDocument/2006/relationships/image" Target="../media/image165.png"/><Relationship Id="rId53" Type="http://schemas.openxmlformats.org/officeDocument/2006/relationships/image" Target="../media/image173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23" Type="http://schemas.openxmlformats.org/officeDocument/2006/relationships/image" Target="../media/image143.png"/><Relationship Id="rId28" Type="http://schemas.openxmlformats.org/officeDocument/2006/relationships/image" Target="../media/image148.png"/><Relationship Id="rId36" Type="http://schemas.openxmlformats.org/officeDocument/2006/relationships/image" Target="../media/image156.png"/><Relationship Id="rId49" Type="http://schemas.openxmlformats.org/officeDocument/2006/relationships/image" Target="../media/image169.png"/><Relationship Id="rId10" Type="http://schemas.openxmlformats.org/officeDocument/2006/relationships/image" Target="../media/image130.png"/><Relationship Id="rId19" Type="http://schemas.openxmlformats.org/officeDocument/2006/relationships/image" Target="../media/image139.png"/><Relationship Id="rId31" Type="http://schemas.openxmlformats.org/officeDocument/2006/relationships/image" Target="../media/image151.png"/><Relationship Id="rId44" Type="http://schemas.openxmlformats.org/officeDocument/2006/relationships/image" Target="../media/image164.png"/><Relationship Id="rId52" Type="http://schemas.openxmlformats.org/officeDocument/2006/relationships/image" Target="../media/image172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Relationship Id="rId22" Type="http://schemas.openxmlformats.org/officeDocument/2006/relationships/image" Target="../media/image142.png"/><Relationship Id="rId27" Type="http://schemas.openxmlformats.org/officeDocument/2006/relationships/image" Target="../media/image147.png"/><Relationship Id="rId30" Type="http://schemas.openxmlformats.org/officeDocument/2006/relationships/image" Target="../media/image150.png"/><Relationship Id="rId35" Type="http://schemas.openxmlformats.org/officeDocument/2006/relationships/image" Target="../media/image155.png"/><Relationship Id="rId43" Type="http://schemas.openxmlformats.org/officeDocument/2006/relationships/image" Target="../media/image163.png"/><Relationship Id="rId48" Type="http://schemas.openxmlformats.org/officeDocument/2006/relationships/image" Target="../media/image168.png"/><Relationship Id="rId8" Type="http://schemas.openxmlformats.org/officeDocument/2006/relationships/image" Target="../media/image128.png"/><Relationship Id="rId51" Type="http://schemas.openxmlformats.org/officeDocument/2006/relationships/image" Target="../media/image17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18" Type="http://schemas.openxmlformats.org/officeDocument/2006/relationships/image" Target="../media/image208.png"/><Relationship Id="rId26" Type="http://schemas.openxmlformats.org/officeDocument/2006/relationships/image" Target="../media/image216.png"/><Relationship Id="rId3" Type="http://schemas.openxmlformats.org/officeDocument/2006/relationships/image" Target="../media/image193.png"/><Relationship Id="rId21" Type="http://schemas.openxmlformats.org/officeDocument/2006/relationships/image" Target="../media/image211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17" Type="http://schemas.openxmlformats.org/officeDocument/2006/relationships/image" Target="../media/image207.png"/><Relationship Id="rId25" Type="http://schemas.openxmlformats.org/officeDocument/2006/relationships/image" Target="../media/image215.png"/><Relationship Id="rId2" Type="http://schemas.openxmlformats.org/officeDocument/2006/relationships/image" Target="../media/image192.png"/><Relationship Id="rId16" Type="http://schemas.openxmlformats.org/officeDocument/2006/relationships/image" Target="../media/image206.png"/><Relationship Id="rId20" Type="http://schemas.openxmlformats.org/officeDocument/2006/relationships/image" Target="../media/image210.png"/><Relationship Id="rId29" Type="http://schemas.openxmlformats.org/officeDocument/2006/relationships/image" Target="../media/image2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24" Type="http://schemas.openxmlformats.org/officeDocument/2006/relationships/image" Target="../media/image214.png"/><Relationship Id="rId5" Type="http://schemas.openxmlformats.org/officeDocument/2006/relationships/image" Target="../media/image195.png"/><Relationship Id="rId15" Type="http://schemas.openxmlformats.org/officeDocument/2006/relationships/image" Target="../media/image205.png"/><Relationship Id="rId23" Type="http://schemas.openxmlformats.org/officeDocument/2006/relationships/image" Target="../media/image213.png"/><Relationship Id="rId28" Type="http://schemas.openxmlformats.org/officeDocument/2006/relationships/image" Target="../media/image218.png"/><Relationship Id="rId10" Type="http://schemas.openxmlformats.org/officeDocument/2006/relationships/image" Target="../media/image200.png"/><Relationship Id="rId19" Type="http://schemas.openxmlformats.org/officeDocument/2006/relationships/image" Target="../media/image209.png"/><Relationship Id="rId31" Type="http://schemas.openxmlformats.org/officeDocument/2006/relationships/image" Target="../media/image221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Relationship Id="rId22" Type="http://schemas.openxmlformats.org/officeDocument/2006/relationships/image" Target="../media/image212.png"/><Relationship Id="rId27" Type="http://schemas.openxmlformats.org/officeDocument/2006/relationships/image" Target="../media/image217.png"/><Relationship Id="rId30" Type="http://schemas.openxmlformats.org/officeDocument/2006/relationships/image" Target="../media/image2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32.png"/><Relationship Id="rId3" Type="http://schemas.openxmlformats.org/officeDocument/2006/relationships/image" Target="../media/image223.png"/><Relationship Id="rId7" Type="http://schemas.openxmlformats.org/officeDocument/2006/relationships/image" Target="../media/image227.png"/><Relationship Id="rId12" Type="http://schemas.openxmlformats.org/officeDocument/2006/relationships/image" Target="../media/image49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6.png"/><Relationship Id="rId11" Type="http://schemas.openxmlformats.org/officeDocument/2006/relationships/image" Target="../media/image231.png"/><Relationship Id="rId5" Type="http://schemas.openxmlformats.org/officeDocument/2006/relationships/image" Target="../media/image225.png"/><Relationship Id="rId10" Type="http://schemas.openxmlformats.org/officeDocument/2006/relationships/image" Target="../media/image230.png"/><Relationship Id="rId4" Type="http://schemas.openxmlformats.org/officeDocument/2006/relationships/image" Target="../media/image224.png"/><Relationship Id="rId9" Type="http://schemas.openxmlformats.org/officeDocument/2006/relationships/image" Target="../media/image2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3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4.png"/><Relationship Id="rId18" Type="http://schemas.openxmlformats.org/officeDocument/2006/relationships/image" Target="../media/image259.png"/><Relationship Id="rId3" Type="http://schemas.openxmlformats.org/officeDocument/2006/relationships/image" Target="../media/image244.png"/><Relationship Id="rId21" Type="http://schemas.openxmlformats.org/officeDocument/2006/relationships/image" Target="../media/image262.pn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17" Type="http://schemas.openxmlformats.org/officeDocument/2006/relationships/image" Target="../media/image258.png"/><Relationship Id="rId2" Type="http://schemas.openxmlformats.org/officeDocument/2006/relationships/image" Target="../media/image222.png"/><Relationship Id="rId16" Type="http://schemas.openxmlformats.org/officeDocument/2006/relationships/image" Target="../media/image257.png"/><Relationship Id="rId20" Type="http://schemas.openxmlformats.org/officeDocument/2006/relationships/image" Target="../media/image2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6.png"/><Relationship Id="rId15" Type="http://schemas.openxmlformats.org/officeDocument/2006/relationships/image" Target="../media/image256.png"/><Relationship Id="rId10" Type="http://schemas.openxmlformats.org/officeDocument/2006/relationships/image" Target="../media/image251.png"/><Relationship Id="rId19" Type="http://schemas.openxmlformats.org/officeDocument/2006/relationships/image" Target="../media/image260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Relationship Id="rId14" Type="http://schemas.openxmlformats.org/officeDocument/2006/relationships/image" Target="../media/image255.png"/><Relationship Id="rId22" Type="http://schemas.openxmlformats.org/officeDocument/2006/relationships/image" Target="../media/image2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7.png"/><Relationship Id="rId5" Type="http://schemas.openxmlformats.org/officeDocument/2006/relationships/image" Target="../media/image266.png"/><Relationship Id="rId4" Type="http://schemas.openxmlformats.org/officeDocument/2006/relationships/image" Target="../media/image2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press.org/download/" TargetMode="External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5" Type="http://schemas.openxmlformats.org/officeDocument/2006/relationships/image" Target="../media/image270.png"/><Relationship Id="rId4" Type="http://schemas.openxmlformats.org/officeDocument/2006/relationships/image" Target="../media/image26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.png"/><Relationship Id="rId11" Type="http://schemas.openxmlformats.org/officeDocument/2006/relationships/image" Target="../media/image281.png"/><Relationship Id="rId5" Type="http://schemas.openxmlformats.org/officeDocument/2006/relationships/image" Target="../media/image275.png"/><Relationship Id="rId10" Type="http://schemas.openxmlformats.org/officeDocument/2006/relationships/image" Target="../media/image280.png"/><Relationship Id="rId4" Type="http://schemas.openxmlformats.org/officeDocument/2006/relationships/image" Target="../media/image274.png"/><Relationship Id="rId9" Type="http://schemas.openxmlformats.org/officeDocument/2006/relationships/image" Target="../media/image27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png"/><Relationship Id="rId7" Type="http://schemas.openxmlformats.org/officeDocument/2006/relationships/image" Target="../media/image287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4" Type="http://schemas.openxmlformats.org/officeDocument/2006/relationships/image" Target="../media/image2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3.png"/><Relationship Id="rId4" Type="http://schemas.openxmlformats.org/officeDocument/2006/relationships/image" Target="../media/image29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png"/><Relationship Id="rId2" Type="http://schemas.openxmlformats.org/officeDocument/2006/relationships/image" Target="../media/image3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994006" y="6540500"/>
            <a:ext cx="107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1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3907" y="419100"/>
            <a:ext cx="1543606" cy="2952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647691" y="612012"/>
            <a:ext cx="3807460" cy="779780"/>
            <a:chOff x="4647691" y="612012"/>
            <a:chExt cx="3807460" cy="779780"/>
          </a:xfrm>
        </p:grpSpPr>
        <p:sp>
          <p:nvSpPr>
            <p:cNvPr id="7" name="object 7"/>
            <p:cNvSpPr/>
            <p:nvPr/>
          </p:nvSpPr>
          <p:spPr>
            <a:xfrm>
              <a:off x="4674107" y="638555"/>
              <a:ext cx="3781043" cy="7528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54549" y="618870"/>
              <a:ext cx="3764279" cy="736600"/>
            </a:xfrm>
            <a:custGeom>
              <a:avLst/>
              <a:gdLst/>
              <a:ahLst/>
              <a:cxnLst/>
              <a:rect l="l" t="t" r="r" b="b"/>
              <a:pathLst>
                <a:path w="3764279" h="736600">
                  <a:moveTo>
                    <a:pt x="912495" y="202945"/>
                  </a:moveTo>
                  <a:lnTo>
                    <a:pt x="851513" y="207398"/>
                  </a:lnTo>
                  <a:lnTo>
                    <a:pt x="797163" y="220757"/>
                  </a:lnTo>
                  <a:lnTo>
                    <a:pt x="749456" y="243022"/>
                  </a:lnTo>
                  <a:lnTo>
                    <a:pt x="708405" y="274192"/>
                  </a:lnTo>
                  <a:lnTo>
                    <a:pt x="675401" y="313245"/>
                  </a:lnTo>
                  <a:lnTo>
                    <a:pt x="651827" y="359155"/>
                  </a:lnTo>
                  <a:lnTo>
                    <a:pt x="637682" y="411924"/>
                  </a:lnTo>
                  <a:lnTo>
                    <a:pt x="632967" y="471550"/>
                  </a:lnTo>
                  <a:lnTo>
                    <a:pt x="637516" y="529417"/>
                  </a:lnTo>
                  <a:lnTo>
                    <a:pt x="651160" y="580913"/>
                  </a:lnTo>
                  <a:lnTo>
                    <a:pt x="673901" y="626052"/>
                  </a:lnTo>
                  <a:lnTo>
                    <a:pt x="705738" y="664844"/>
                  </a:lnTo>
                  <a:lnTo>
                    <a:pt x="745507" y="696015"/>
                  </a:lnTo>
                  <a:lnTo>
                    <a:pt x="792051" y="718280"/>
                  </a:lnTo>
                  <a:lnTo>
                    <a:pt x="845381" y="731639"/>
                  </a:lnTo>
                  <a:lnTo>
                    <a:pt x="905510" y="736091"/>
                  </a:lnTo>
                  <a:lnTo>
                    <a:pt x="966585" y="731496"/>
                  </a:lnTo>
                  <a:lnTo>
                    <a:pt x="1020826" y="717708"/>
                  </a:lnTo>
                  <a:lnTo>
                    <a:pt x="1068208" y="694729"/>
                  </a:lnTo>
                  <a:lnTo>
                    <a:pt x="1108710" y="662558"/>
                  </a:lnTo>
                  <a:lnTo>
                    <a:pt x="1141214" y="622553"/>
                  </a:lnTo>
                  <a:lnTo>
                    <a:pt x="1144499" y="615950"/>
                  </a:lnTo>
                  <a:lnTo>
                    <a:pt x="910463" y="615950"/>
                  </a:lnTo>
                  <a:lnTo>
                    <a:pt x="867943" y="610096"/>
                  </a:lnTo>
                  <a:lnTo>
                    <a:pt x="834872" y="592533"/>
                  </a:lnTo>
                  <a:lnTo>
                    <a:pt x="811250" y="563253"/>
                  </a:lnTo>
                  <a:lnTo>
                    <a:pt x="797077" y="522250"/>
                  </a:lnTo>
                  <a:lnTo>
                    <a:pt x="792352" y="469518"/>
                  </a:lnTo>
                  <a:lnTo>
                    <a:pt x="794279" y="436538"/>
                  </a:lnTo>
                  <a:lnTo>
                    <a:pt x="809658" y="382436"/>
                  </a:lnTo>
                  <a:lnTo>
                    <a:pt x="840045" y="344626"/>
                  </a:lnTo>
                  <a:lnTo>
                    <a:pt x="883201" y="325489"/>
                  </a:lnTo>
                  <a:lnTo>
                    <a:pt x="909447" y="323088"/>
                  </a:lnTo>
                  <a:lnTo>
                    <a:pt x="1147786" y="323088"/>
                  </a:lnTo>
                  <a:lnTo>
                    <a:pt x="1142499" y="312693"/>
                  </a:lnTo>
                  <a:lnTo>
                    <a:pt x="1110996" y="274192"/>
                  </a:lnTo>
                  <a:lnTo>
                    <a:pt x="1071586" y="243022"/>
                  </a:lnTo>
                  <a:lnTo>
                    <a:pt x="1025366" y="220757"/>
                  </a:lnTo>
                  <a:lnTo>
                    <a:pt x="972335" y="207398"/>
                  </a:lnTo>
                  <a:lnTo>
                    <a:pt x="912495" y="202945"/>
                  </a:lnTo>
                  <a:close/>
                </a:path>
                <a:path w="3764279" h="736600">
                  <a:moveTo>
                    <a:pt x="1147786" y="323088"/>
                  </a:moveTo>
                  <a:lnTo>
                    <a:pt x="909447" y="323088"/>
                  </a:lnTo>
                  <a:lnTo>
                    <a:pt x="950382" y="328787"/>
                  </a:lnTo>
                  <a:lnTo>
                    <a:pt x="982210" y="345887"/>
                  </a:lnTo>
                  <a:lnTo>
                    <a:pt x="1004937" y="374385"/>
                  </a:lnTo>
                  <a:lnTo>
                    <a:pt x="1018569" y="414284"/>
                  </a:lnTo>
                  <a:lnTo>
                    <a:pt x="1023112" y="465581"/>
                  </a:lnTo>
                  <a:lnTo>
                    <a:pt x="1018601" y="519698"/>
                  </a:lnTo>
                  <a:lnTo>
                    <a:pt x="1005075" y="561799"/>
                  </a:lnTo>
                  <a:lnTo>
                    <a:pt x="982540" y="591878"/>
                  </a:lnTo>
                  <a:lnTo>
                    <a:pt x="951000" y="609931"/>
                  </a:lnTo>
                  <a:lnTo>
                    <a:pt x="910463" y="615950"/>
                  </a:lnTo>
                  <a:lnTo>
                    <a:pt x="1144499" y="615950"/>
                  </a:lnTo>
                  <a:lnTo>
                    <a:pt x="1164431" y="575881"/>
                  </a:lnTo>
                  <a:lnTo>
                    <a:pt x="1178361" y="522541"/>
                  </a:lnTo>
                  <a:lnTo>
                    <a:pt x="1183004" y="462533"/>
                  </a:lnTo>
                  <a:lnTo>
                    <a:pt x="1178504" y="406888"/>
                  </a:lnTo>
                  <a:lnTo>
                    <a:pt x="1165002" y="356933"/>
                  </a:lnTo>
                  <a:lnTo>
                    <a:pt x="1147786" y="323088"/>
                  </a:lnTo>
                  <a:close/>
                </a:path>
                <a:path w="3764279" h="736600">
                  <a:moveTo>
                    <a:pt x="2516251" y="202945"/>
                  </a:moveTo>
                  <a:lnTo>
                    <a:pt x="2464798" y="207585"/>
                  </a:lnTo>
                  <a:lnTo>
                    <a:pt x="2417524" y="221487"/>
                  </a:lnTo>
                  <a:lnTo>
                    <a:pt x="2374465" y="244629"/>
                  </a:lnTo>
                  <a:lnTo>
                    <a:pt x="2335656" y="276987"/>
                  </a:lnTo>
                  <a:lnTo>
                    <a:pt x="2303486" y="317232"/>
                  </a:lnTo>
                  <a:lnTo>
                    <a:pt x="2280507" y="364061"/>
                  </a:lnTo>
                  <a:lnTo>
                    <a:pt x="2266719" y="417486"/>
                  </a:lnTo>
                  <a:lnTo>
                    <a:pt x="2262124" y="477519"/>
                  </a:lnTo>
                  <a:lnTo>
                    <a:pt x="2266384" y="535197"/>
                  </a:lnTo>
                  <a:lnTo>
                    <a:pt x="2279157" y="586136"/>
                  </a:lnTo>
                  <a:lnTo>
                    <a:pt x="2300432" y="630360"/>
                  </a:lnTo>
                  <a:lnTo>
                    <a:pt x="2330196" y="667892"/>
                  </a:lnTo>
                  <a:lnTo>
                    <a:pt x="2367631" y="697730"/>
                  </a:lnTo>
                  <a:lnTo>
                    <a:pt x="2411936" y="719042"/>
                  </a:lnTo>
                  <a:lnTo>
                    <a:pt x="2463123" y="731829"/>
                  </a:lnTo>
                  <a:lnTo>
                    <a:pt x="2521204" y="736091"/>
                  </a:lnTo>
                  <a:lnTo>
                    <a:pt x="2574948" y="733734"/>
                  </a:lnTo>
                  <a:lnTo>
                    <a:pt x="2623407" y="726662"/>
                  </a:lnTo>
                  <a:lnTo>
                    <a:pt x="2666579" y="714875"/>
                  </a:lnTo>
                  <a:lnTo>
                    <a:pt x="2704465" y="698373"/>
                  </a:lnTo>
                  <a:lnTo>
                    <a:pt x="2704465" y="624839"/>
                  </a:lnTo>
                  <a:lnTo>
                    <a:pt x="2557018" y="624839"/>
                  </a:lnTo>
                  <a:lnTo>
                    <a:pt x="2498939" y="617932"/>
                  </a:lnTo>
                  <a:lnTo>
                    <a:pt x="2456338" y="597201"/>
                  </a:lnTo>
                  <a:lnTo>
                    <a:pt x="2429216" y="562635"/>
                  </a:lnTo>
                  <a:lnTo>
                    <a:pt x="2417572" y="514223"/>
                  </a:lnTo>
                  <a:lnTo>
                    <a:pt x="2749042" y="514223"/>
                  </a:lnTo>
                  <a:lnTo>
                    <a:pt x="2749042" y="448182"/>
                  </a:lnTo>
                  <a:lnTo>
                    <a:pt x="2746906" y="417956"/>
                  </a:lnTo>
                  <a:lnTo>
                    <a:pt x="2416555" y="417956"/>
                  </a:lnTo>
                  <a:lnTo>
                    <a:pt x="2420866" y="395575"/>
                  </a:lnTo>
                  <a:lnTo>
                    <a:pt x="2437630" y="356574"/>
                  </a:lnTo>
                  <a:lnTo>
                    <a:pt x="2464444" y="326310"/>
                  </a:lnTo>
                  <a:lnTo>
                    <a:pt x="2515361" y="308737"/>
                  </a:lnTo>
                  <a:lnTo>
                    <a:pt x="2716620" y="308737"/>
                  </a:lnTo>
                  <a:lnTo>
                    <a:pt x="2714912" y="304968"/>
                  </a:lnTo>
                  <a:lnTo>
                    <a:pt x="2688335" y="268986"/>
                  </a:lnTo>
                  <a:lnTo>
                    <a:pt x="2654732" y="240129"/>
                  </a:lnTo>
                  <a:lnTo>
                    <a:pt x="2614866" y="219487"/>
                  </a:lnTo>
                  <a:lnTo>
                    <a:pt x="2568713" y="207085"/>
                  </a:lnTo>
                  <a:lnTo>
                    <a:pt x="2516251" y="202945"/>
                  </a:lnTo>
                  <a:close/>
                </a:path>
                <a:path w="3764279" h="736600">
                  <a:moveTo>
                    <a:pt x="2704465" y="585215"/>
                  </a:moveTo>
                  <a:lnTo>
                    <a:pt x="2671389" y="602551"/>
                  </a:lnTo>
                  <a:lnTo>
                    <a:pt x="2635789" y="614934"/>
                  </a:lnTo>
                  <a:lnTo>
                    <a:pt x="2597665" y="622363"/>
                  </a:lnTo>
                  <a:lnTo>
                    <a:pt x="2557018" y="624839"/>
                  </a:lnTo>
                  <a:lnTo>
                    <a:pt x="2704465" y="624839"/>
                  </a:lnTo>
                  <a:lnTo>
                    <a:pt x="2704465" y="585215"/>
                  </a:lnTo>
                  <a:close/>
                </a:path>
                <a:path w="3764279" h="736600">
                  <a:moveTo>
                    <a:pt x="2716620" y="308737"/>
                  </a:moveTo>
                  <a:lnTo>
                    <a:pt x="2515361" y="308737"/>
                  </a:lnTo>
                  <a:lnTo>
                    <a:pt x="2553960" y="315569"/>
                  </a:lnTo>
                  <a:lnTo>
                    <a:pt x="2581544" y="336057"/>
                  </a:lnTo>
                  <a:lnTo>
                    <a:pt x="2598104" y="370191"/>
                  </a:lnTo>
                  <a:lnTo>
                    <a:pt x="2603627" y="417956"/>
                  </a:lnTo>
                  <a:lnTo>
                    <a:pt x="2746906" y="417956"/>
                  </a:lnTo>
                  <a:lnTo>
                    <a:pt x="2745253" y="394555"/>
                  </a:lnTo>
                  <a:lnTo>
                    <a:pt x="2733881" y="346821"/>
                  </a:lnTo>
                  <a:lnTo>
                    <a:pt x="2716620" y="308737"/>
                  </a:lnTo>
                  <a:close/>
                </a:path>
                <a:path w="3764279" h="736600">
                  <a:moveTo>
                    <a:pt x="2999485" y="215391"/>
                  </a:moveTo>
                  <a:lnTo>
                    <a:pt x="2842641" y="215391"/>
                  </a:lnTo>
                  <a:lnTo>
                    <a:pt x="2842641" y="723645"/>
                  </a:lnTo>
                  <a:lnTo>
                    <a:pt x="2999485" y="723645"/>
                  </a:lnTo>
                  <a:lnTo>
                    <a:pt x="2999485" y="433831"/>
                  </a:lnTo>
                  <a:lnTo>
                    <a:pt x="3001129" y="410801"/>
                  </a:lnTo>
                  <a:lnTo>
                    <a:pt x="3014273" y="371074"/>
                  </a:lnTo>
                  <a:lnTo>
                    <a:pt x="3039822" y="340661"/>
                  </a:lnTo>
                  <a:lnTo>
                    <a:pt x="3092704" y="323088"/>
                  </a:lnTo>
                  <a:lnTo>
                    <a:pt x="3322623" y="323088"/>
                  </a:lnTo>
                  <a:lnTo>
                    <a:pt x="3319717" y="309859"/>
                  </a:lnTo>
                  <a:lnTo>
                    <a:pt x="3313419" y="295782"/>
                  </a:lnTo>
                  <a:lnTo>
                    <a:pt x="2999485" y="295782"/>
                  </a:lnTo>
                  <a:lnTo>
                    <a:pt x="2999485" y="215391"/>
                  </a:lnTo>
                  <a:close/>
                </a:path>
                <a:path w="3764279" h="736600">
                  <a:moveTo>
                    <a:pt x="3322623" y="323088"/>
                  </a:moveTo>
                  <a:lnTo>
                    <a:pt x="3092704" y="323088"/>
                  </a:lnTo>
                  <a:lnTo>
                    <a:pt x="3129635" y="330469"/>
                  </a:lnTo>
                  <a:lnTo>
                    <a:pt x="3156029" y="352615"/>
                  </a:lnTo>
                  <a:lnTo>
                    <a:pt x="3171874" y="389524"/>
                  </a:lnTo>
                  <a:lnTo>
                    <a:pt x="3177158" y="441198"/>
                  </a:lnTo>
                  <a:lnTo>
                    <a:pt x="3177158" y="723645"/>
                  </a:lnTo>
                  <a:lnTo>
                    <a:pt x="3333496" y="723645"/>
                  </a:lnTo>
                  <a:lnTo>
                    <a:pt x="3333391" y="410801"/>
                  </a:lnTo>
                  <a:lnTo>
                    <a:pt x="3330051" y="356901"/>
                  </a:lnTo>
                  <a:lnTo>
                    <a:pt x="3322623" y="323088"/>
                  </a:lnTo>
                  <a:close/>
                </a:path>
                <a:path w="3764279" h="736600">
                  <a:moveTo>
                    <a:pt x="3164713" y="202945"/>
                  </a:moveTo>
                  <a:lnTo>
                    <a:pt x="3114297" y="208754"/>
                  </a:lnTo>
                  <a:lnTo>
                    <a:pt x="3070288" y="226171"/>
                  </a:lnTo>
                  <a:lnTo>
                    <a:pt x="3032660" y="255184"/>
                  </a:lnTo>
                  <a:lnTo>
                    <a:pt x="3001391" y="295782"/>
                  </a:lnTo>
                  <a:lnTo>
                    <a:pt x="3313419" y="295782"/>
                  </a:lnTo>
                  <a:lnTo>
                    <a:pt x="3278383" y="241434"/>
                  </a:lnTo>
                  <a:lnTo>
                    <a:pt x="3209492" y="207222"/>
                  </a:lnTo>
                  <a:lnTo>
                    <a:pt x="3164713" y="202945"/>
                  </a:lnTo>
                  <a:close/>
                </a:path>
                <a:path w="3764279" h="736600">
                  <a:moveTo>
                    <a:pt x="1441958" y="215391"/>
                  </a:moveTo>
                  <a:lnTo>
                    <a:pt x="1285113" y="215391"/>
                  </a:lnTo>
                  <a:lnTo>
                    <a:pt x="1285113" y="723645"/>
                  </a:lnTo>
                  <a:lnTo>
                    <a:pt x="1441958" y="723645"/>
                  </a:lnTo>
                  <a:lnTo>
                    <a:pt x="1441958" y="433831"/>
                  </a:lnTo>
                  <a:lnTo>
                    <a:pt x="1443601" y="410801"/>
                  </a:lnTo>
                  <a:lnTo>
                    <a:pt x="1456745" y="371074"/>
                  </a:lnTo>
                  <a:lnTo>
                    <a:pt x="1482294" y="340661"/>
                  </a:lnTo>
                  <a:lnTo>
                    <a:pt x="1535176" y="323088"/>
                  </a:lnTo>
                  <a:lnTo>
                    <a:pt x="1765095" y="323088"/>
                  </a:lnTo>
                  <a:lnTo>
                    <a:pt x="1762189" y="309859"/>
                  </a:lnTo>
                  <a:lnTo>
                    <a:pt x="1755891" y="295782"/>
                  </a:lnTo>
                  <a:lnTo>
                    <a:pt x="1441958" y="295782"/>
                  </a:lnTo>
                  <a:lnTo>
                    <a:pt x="1441958" y="215391"/>
                  </a:lnTo>
                  <a:close/>
                </a:path>
                <a:path w="3764279" h="736600">
                  <a:moveTo>
                    <a:pt x="1765095" y="323088"/>
                  </a:moveTo>
                  <a:lnTo>
                    <a:pt x="1535176" y="323088"/>
                  </a:lnTo>
                  <a:lnTo>
                    <a:pt x="1572107" y="330469"/>
                  </a:lnTo>
                  <a:lnTo>
                    <a:pt x="1598501" y="352615"/>
                  </a:lnTo>
                  <a:lnTo>
                    <a:pt x="1614346" y="389524"/>
                  </a:lnTo>
                  <a:lnTo>
                    <a:pt x="1619630" y="441198"/>
                  </a:lnTo>
                  <a:lnTo>
                    <a:pt x="1619630" y="723645"/>
                  </a:lnTo>
                  <a:lnTo>
                    <a:pt x="1775967" y="723645"/>
                  </a:lnTo>
                  <a:lnTo>
                    <a:pt x="1775863" y="410801"/>
                  </a:lnTo>
                  <a:lnTo>
                    <a:pt x="1772523" y="356901"/>
                  </a:lnTo>
                  <a:lnTo>
                    <a:pt x="1765095" y="323088"/>
                  </a:lnTo>
                  <a:close/>
                </a:path>
                <a:path w="3764279" h="736600">
                  <a:moveTo>
                    <a:pt x="1607185" y="202945"/>
                  </a:moveTo>
                  <a:lnTo>
                    <a:pt x="1556769" y="208754"/>
                  </a:lnTo>
                  <a:lnTo>
                    <a:pt x="1512760" y="226171"/>
                  </a:lnTo>
                  <a:lnTo>
                    <a:pt x="1475132" y="255184"/>
                  </a:lnTo>
                  <a:lnTo>
                    <a:pt x="1443863" y="295782"/>
                  </a:lnTo>
                  <a:lnTo>
                    <a:pt x="1755891" y="295782"/>
                  </a:lnTo>
                  <a:lnTo>
                    <a:pt x="1720855" y="241434"/>
                  </a:lnTo>
                  <a:lnTo>
                    <a:pt x="1651964" y="207222"/>
                  </a:lnTo>
                  <a:lnTo>
                    <a:pt x="1607185" y="202945"/>
                  </a:lnTo>
                  <a:close/>
                </a:path>
                <a:path w="3764279" h="736600">
                  <a:moveTo>
                    <a:pt x="3649853" y="331088"/>
                  </a:moveTo>
                  <a:lnTo>
                    <a:pt x="3493516" y="331088"/>
                  </a:lnTo>
                  <a:lnTo>
                    <a:pt x="3493516" y="563879"/>
                  </a:lnTo>
                  <a:lnTo>
                    <a:pt x="3498119" y="616500"/>
                  </a:lnTo>
                  <a:lnTo>
                    <a:pt x="3511930" y="659553"/>
                  </a:lnTo>
                  <a:lnTo>
                    <a:pt x="3534949" y="693038"/>
                  </a:lnTo>
                  <a:lnTo>
                    <a:pt x="3567175" y="716957"/>
                  </a:lnTo>
                  <a:lnTo>
                    <a:pt x="3608609" y="731308"/>
                  </a:lnTo>
                  <a:lnTo>
                    <a:pt x="3659251" y="736091"/>
                  </a:lnTo>
                  <a:lnTo>
                    <a:pt x="3692088" y="734947"/>
                  </a:lnTo>
                  <a:lnTo>
                    <a:pt x="3720496" y="731504"/>
                  </a:lnTo>
                  <a:lnTo>
                    <a:pt x="3744475" y="725751"/>
                  </a:lnTo>
                  <a:lnTo>
                    <a:pt x="3764026" y="717676"/>
                  </a:lnTo>
                  <a:lnTo>
                    <a:pt x="3764026" y="615950"/>
                  </a:lnTo>
                  <a:lnTo>
                    <a:pt x="3712845" y="615950"/>
                  </a:lnTo>
                  <a:lnTo>
                    <a:pt x="3685268" y="610995"/>
                  </a:lnTo>
                  <a:lnTo>
                    <a:pt x="3665585" y="596122"/>
                  </a:lnTo>
                  <a:lnTo>
                    <a:pt x="3653784" y="571319"/>
                  </a:lnTo>
                  <a:lnTo>
                    <a:pt x="3649853" y="536575"/>
                  </a:lnTo>
                  <a:lnTo>
                    <a:pt x="3649853" y="331088"/>
                  </a:lnTo>
                  <a:close/>
                </a:path>
                <a:path w="3764279" h="736600">
                  <a:moveTo>
                    <a:pt x="3764026" y="601599"/>
                  </a:moveTo>
                  <a:lnTo>
                    <a:pt x="3750974" y="607859"/>
                  </a:lnTo>
                  <a:lnTo>
                    <a:pt x="3738102" y="612346"/>
                  </a:lnTo>
                  <a:lnTo>
                    <a:pt x="3725396" y="615047"/>
                  </a:lnTo>
                  <a:lnTo>
                    <a:pt x="3712845" y="615950"/>
                  </a:lnTo>
                  <a:lnTo>
                    <a:pt x="3764026" y="615950"/>
                  </a:lnTo>
                  <a:lnTo>
                    <a:pt x="3764026" y="601599"/>
                  </a:lnTo>
                  <a:close/>
                </a:path>
                <a:path w="3764279" h="736600">
                  <a:moveTo>
                    <a:pt x="3764026" y="215391"/>
                  </a:moveTo>
                  <a:lnTo>
                    <a:pt x="3411093" y="215391"/>
                  </a:lnTo>
                  <a:lnTo>
                    <a:pt x="3411093" y="331088"/>
                  </a:lnTo>
                  <a:lnTo>
                    <a:pt x="3764026" y="331088"/>
                  </a:lnTo>
                  <a:lnTo>
                    <a:pt x="3764026" y="215391"/>
                  </a:lnTo>
                  <a:close/>
                </a:path>
                <a:path w="3764279" h="736600">
                  <a:moveTo>
                    <a:pt x="3649853" y="61087"/>
                  </a:moveTo>
                  <a:lnTo>
                    <a:pt x="3493516" y="105663"/>
                  </a:lnTo>
                  <a:lnTo>
                    <a:pt x="3493516" y="215391"/>
                  </a:lnTo>
                  <a:lnTo>
                    <a:pt x="3649853" y="215391"/>
                  </a:lnTo>
                  <a:lnTo>
                    <a:pt x="3649853" y="61087"/>
                  </a:lnTo>
                  <a:close/>
                </a:path>
                <a:path w="3764279" h="736600">
                  <a:moveTo>
                    <a:pt x="2093849" y="331088"/>
                  </a:moveTo>
                  <a:lnTo>
                    <a:pt x="1937511" y="331088"/>
                  </a:lnTo>
                  <a:lnTo>
                    <a:pt x="1937511" y="563879"/>
                  </a:lnTo>
                  <a:lnTo>
                    <a:pt x="1942115" y="616500"/>
                  </a:lnTo>
                  <a:lnTo>
                    <a:pt x="1955926" y="659553"/>
                  </a:lnTo>
                  <a:lnTo>
                    <a:pt x="1978945" y="693038"/>
                  </a:lnTo>
                  <a:lnTo>
                    <a:pt x="2011171" y="716957"/>
                  </a:lnTo>
                  <a:lnTo>
                    <a:pt x="2052605" y="731308"/>
                  </a:lnTo>
                  <a:lnTo>
                    <a:pt x="2103247" y="736091"/>
                  </a:lnTo>
                  <a:lnTo>
                    <a:pt x="2136084" y="734947"/>
                  </a:lnTo>
                  <a:lnTo>
                    <a:pt x="2164492" y="731504"/>
                  </a:lnTo>
                  <a:lnTo>
                    <a:pt x="2188471" y="725751"/>
                  </a:lnTo>
                  <a:lnTo>
                    <a:pt x="2208022" y="717676"/>
                  </a:lnTo>
                  <a:lnTo>
                    <a:pt x="2208022" y="615950"/>
                  </a:lnTo>
                  <a:lnTo>
                    <a:pt x="2156841" y="615950"/>
                  </a:lnTo>
                  <a:lnTo>
                    <a:pt x="2129264" y="610995"/>
                  </a:lnTo>
                  <a:lnTo>
                    <a:pt x="2109581" y="596122"/>
                  </a:lnTo>
                  <a:lnTo>
                    <a:pt x="2097780" y="571319"/>
                  </a:lnTo>
                  <a:lnTo>
                    <a:pt x="2093849" y="536575"/>
                  </a:lnTo>
                  <a:lnTo>
                    <a:pt x="2093849" y="331088"/>
                  </a:lnTo>
                  <a:close/>
                </a:path>
                <a:path w="3764279" h="736600">
                  <a:moveTo>
                    <a:pt x="2208022" y="601599"/>
                  </a:moveTo>
                  <a:lnTo>
                    <a:pt x="2194970" y="607859"/>
                  </a:lnTo>
                  <a:lnTo>
                    <a:pt x="2182098" y="612346"/>
                  </a:lnTo>
                  <a:lnTo>
                    <a:pt x="2169392" y="615047"/>
                  </a:lnTo>
                  <a:lnTo>
                    <a:pt x="2156841" y="615950"/>
                  </a:lnTo>
                  <a:lnTo>
                    <a:pt x="2208022" y="615950"/>
                  </a:lnTo>
                  <a:lnTo>
                    <a:pt x="2208022" y="601599"/>
                  </a:lnTo>
                  <a:close/>
                </a:path>
                <a:path w="3764279" h="736600">
                  <a:moveTo>
                    <a:pt x="2208022" y="215391"/>
                  </a:moveTo>
                  <a:lnTo>
                    <a:pt x="1855089" y="215391"/>
                  </a:lnTo>
                  <a:lnTo>
                    <a:pt x="1855089" y="331088"/>
                  </a:lnTo>
                  <a:lnTo>
                    <a:pt x="2208022" y="331088"/>
                  </a:lnTo>
                  <a:lnTo>
                    <a:pt x="2208022" y="215391"/>
                  </a:lnTo>
                  <a:close/>
                </a:path>
                <a:path w="3764279" h="736600">
                  <a:moveTo>
                    <a:pt x="2093849" y="61087"/>
                  </a:moveTo>
                  <a:lnTo>
                    <a:pt x="1937511" y="105663"/>
                  </a:lnTo>
                  <a:lnTo>
                    <a:pt x="1937511" y="215391"/>
                  </a:lnTo>
                  <a:lnTo>
                    <a:pt x="2093849" y="215391"/>
                  </a:lnTo>
                  <a:lnTo>
                    <a:pt x="2093849" y="61087"/>
                  </a:lnTo>
                  <a:close/>
                </a:path>
                <a:path w="3764279" h="736600">
                  <a:moveTo>
                    <a:pt x="379222" y="0"/>
                  </a:moveTo>
                  <a:lnTo>
                    <a:pt x="324888" y="2952"/>
                  </a:lnTo>
                  <a:lnTo>
                    <a:pt x="274033" y="11806"/>
                  </a:lnTo>
                  <a:lnTo>
                    <a:pt x="226663" y="26558"/>
                  </a:lnTo>
                  <a:lnTo>
                    <a:pt x="182785" y="47206"/>
                  </a:lnTo>
                  <a:lnTo>
                    <a:pt x="142408" y="73745"/>
                  </a:lnTo>
                  <a:lnTo>
                    <a:pt x="105537" y="106171"/>
                  </a:lnTo>
                  <a:lnTo>
                    <a:pt x="73289" y="143393"/>
                  </a:lnTo>
                  <a:lnTo>
                    <a:pt x="46905" y="184192"/>
                  </a:lnTo>
                  <a:lnTo>
                    <a:pt x="26384" y="228568"/>
                  </a:lnTo>
                  <a:lnTo>
                    <a:pt x="11726" y="276521"/>
                  </a:lnTo>
                  <a:lnTo>
                    <a:pt x="2931" y="328051"/>
                  </a:lnTo>
                  <a:lnTo>
                    <a:pt x="0" y="383158"/>
                  </a:lnTo>
                  <a:lnTo>
                    <a:pt x="2604" y="434838"/>
                  </a:lnTo>
                  <a:lnTo>
                    <a:pt x="10418" y="482948"/>
                  </a:lnTo>
                  <a:lnTo>
                    <a:pt x="23447" y="527494"/>
                  </a:lnTo>
                  <a:lnTo>
                    <a:pt x="41693" y="568484"/>
                  </a:lnTo>
                  <a:lnTo>
                    <a:pt x="65160" y="605926"/>
                  </a:lnTo>
                  <a:lnTo>
                    <a:pt x="93852" y="639826"/>
                  </a:lnTo>
                  <a:lnTo>
                    <a:pt x="127042" y="669225"/>
                  </a:lnTo>
                  <a:lnTo>
                    <a:pt x="164126" y="693288"/>
                  </a:lnTo>
                  <a:lnTo>
                    <a:pt x="205104" y="712009"/>
                  </a:lnTo>
                  <a:lnTo>
                    <a:pt x="249978" y="725386"/>
                  </a:lnTo>
                  <a:lnTo>
                    <a:pt x="298746" y="733415"/>
                  </a:lnTo>
                  <a:lnTo>
                    <a:pt x="351409" y="736091"/>
                  </a:lnTo>
                  <a:lnTo>
                    <a:pt x="411204" y="733734"/>
                  </a:lnTo>
                  <a:lnTo>
                    <a:pt x="465058" y="726662"/>
                  </a:lnTo>
                  <a:lnTo>
                    <a:pt x="512982" y="714875"/>
                  </a:lnTo>
                  <a:lnTo>
                    <a:pt x="554989" y="698373"/>
                  </a:lnTo>
                  <a:lnTo>
                    <a:pt x="554989" y="597662"/>
                  </a:lnTo>
                  <a:lnTo>
                    <a:pt x="383159" y="597662"/>
                  </a:lnTo>
                  <a:lnTo>
                    <a:pt x="336532" y="593828"/>
                  </a:lnTo>
                  <a:lnTo>
                    <a:pt x="294941" y="582326"/>
                  </a:lnTo>
                  <a:lnTo>
                    <a:pt x="258375" y="563157"/>
                  </a:lnTo>
                  <a:lnTo>
                    <a:pt x="226822" y="536320"/>
                  </a:lnTo>
                  <a:lnTo>
                    <a:pt x="201412" y="503031"/>
                  </a:lnTo>
                  <a:lnTo>
                    <a:pt x="183276" y="464502"/>
                  </a:lnTo>
                  <a:lnTo>
                    <a:pt x="172404" y="420735"/>
                  </a:lnTo>
                  <a:lnTo>
                    <a:pt x="168783" y="371728"/>
                  </a:lnTo>
                  <a:lnTo>
                    <a:pt x="172620" y="320698"/>
                  </a:lnTo>
                  <a:lnTo>
                    <a:pt x="184150" y="275240"/>
                  </a:lnTo>
                  <a:lnTo>
                    <a:pt x="203394" y="235354"/>
                  </a:lnTo>
                  <a:lnTo>
                    <a:pt x="230377" y="201040"/>
                  </a:lnTo>
                  <a:lnTo>
                    <a:pt x="263552" y="173464"/>
                  </a:lnTo>
                  <a:lnTo>
                    <a:pt x="301561" y="153781"/>
                  </a:lnTo>
                  <a:lnTo>
                    <a:pt x="344427" y="141980"/>
                  </a:lnTo>
                  <a:lnTo>
                    <a:pt x="392175" y="138049"/>
                  </a:lnTo>
                  <a:lnTo>
                    <a:pt x="554989" y="138049"/>
                  </a:lnTo>
                  <a:lnTo>
                    <a:pt x="554989" y="26288"/>
                  </a:lnTo>
                  <a:lnTo>
                    <a:pt x="517149" y="14787"/>
                  </a:lnTo>
                  <a:lnTo>
                    <a:pt x="475249" y="6572"/>
                  </a:lnTo>
                  <a:lnTo>
                    <a:pt x="429277" y="1643"/>
                  </a:lnTo>
                  <a:lnTo>
                    <a:pt x="379222" y="0"/>
                  </a:lnTo>
                  <a:close/>
                </a:path>
                <a:path w="3764279" h="736600">
                  <a:moveTo>
                    <a:pt x="554989" y="551941"/>
                  </a:moveTo>
                  <a:lnTo>
                    <a:pt x="514979" y="571944"/>
                  </a:lnTo>
                  <a:lnTo>
                    <a:pt x="473027" y="586231"/>
                  </a:lnTo>
                  <a:lnTo>
                    <a:pt x="429099" y="594804"/>
                  </a:lnTo>
                  <a:lnTo>
                    <a:pt x="383159" y="597662"/>
                  </a:lnTo>
                  <a:lnTo>
                    <a:pt x="554989" y="597662"/>
                  </a:lnTo>
                  <a:lnTo>
                    <a:pt x="554989" y="551941"/>
                  </a:lnTo>
                  <a:close/>
                </a:path>
                <a:path w="3764279" h="736600">
                  <a:moveTo>
                    <a:pt x="554989" y="138049"/>
                  </a:moveTo>
                  <a:lnTo>
                    <a:pt x="392175" y="138049"/>
                  </a:lnTo>
                  <a:lnTo>
                    <a:pt x="436564" y="140715"/>
                  </a:lnTo>
                  <a:lnTo>
                    <a:pt x="478488" y="148716"/>
                  </a:lnTo>
                  <a:lnTo>
                    <a:pt x="517959" y="162051"/>
                  </a:lnTo>
                  <a:lnTo>
                    <a:pt x="554989" y="180720"/>
                  </a:lnTo>
                  <a:lnTo>
                    <a:pt x="554989" y="138049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6902" y="941958"/>
              <a:ext cx="231140" cy="293370"/>
            </a:xfrm>
            <a:custGeom>
              <a:avLst/>
              <a:gdLst/>
              <a:ahLst/>
              <a:cxnLst/>
              <a:rect l="l" t="t" r="r" b="b"/>
              <a:pathLst>
                <a:path w="231139" h="293369">
                  <a:moveTo>
                    <a:pt x="117094" y="0"/>
                  </a:moveTo>
                  <a:lnTo>
                    <a:pt x="67722" y="9588"/>
                  </a:lnTo>
                  <a:lnTo>
                    <a:pt x="30734" y="38226"/>
                  </a:lnTo>
                  <a:lnTo>
                    <a:pt x="7699" y="84423"/>
                  </a:lnTo>
                  <a:lnTo>
                    <a:pt x="0" y="146430"/>
                  </a:lnTo>
                  <a:lnTo>
                    <a:pt x="4724" y="199162"/>
                  </a:lnTo>
                  <a:lnTo>
                    <a:pt x="18897" y="240165"/>
                  </a:lnTo>
                  <a:lnTo>
                    <a:pt x="42519" y="269445"/>
                  </a:lnTo>
                  <a:lnTo>
                    <a:pt x="75590" y="287008"/>
                  </a:lnTo>
                  <a:lnTo>
                    <a:pt x="118110" y="292862"/>
                  </a:lnTo>
                  <a:lnTo>
                    <a:pt x="158647" y="286843"/>
                  </a:lnTo>
                  <a:lnTo>
                    <a:pt x="190187" y="268790"/>
                  </a:lnTo>
                  <a:lnTo>
                    <a:pt x="212722" y="238711"/>
                  </a:lnTo>
                  <a:lnTo>
                    <a:pt x="226248" y="196610"/>
                  </a:lnTo>
                  <a:lnTo>
                    <a:pt x="230759" y="142493"/>
                  </a:lnTo>
                  <a:lnTo>
                    <a:pt x="226216" y="91196"/>
                  </a:lnTo>
                  <a:lnTo>
                    <a:pt x="212584" y="51297"/>
                  </a:lnTo>
                  <a:lnTo>
                    <a:pt x="189857" y="22799"/>
                  </a:lnTo>
                  <a:lnTo>
                    <a:pt x="158029" y="5699"/>
                  </a:lnTo>
                  <a:lnTo>
                    <a:pt x="117094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64247" y="920749"/>
              <a:ext cx="200786" cy="1229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54549" y="618870"/>
              <a:ext cx="3764279" cy="736600"/>
            </a:xfrm>
            <a:custGeom>
              <a:avLst/>
              <a:gdLst/>
              <a:ahLst/>
              <a:cxnLst/>
              <a:rect l="l" t="t" r="r" b="b"/>
              <a:pathLst>
                <a:path w="3764279" h="736600">
                  <a:moveTo>
                    <a:pt x="3164713" y="202945"/>
                  </a:moveTo>
                  <a:lnTo>
                    <a:pt x="3209492" y="207222"/>
                  </a:lnTo>
                  <a:lnTo>
                    <a:pt x="3247382" y="220052"/>
                  </a:lnTo>
                  <a:lnTo>
                    <a:pt x="3302495" y="271370"/>
                  </a:lnTo>
                  <a:lnTo>
                    <a:pt x="3319717" y="309859"/>
                  </a:lnTo>
                  <a:lnTo>
                    <a:pt x="3330051" y="356901"/>
                  </a:lnTo>
                  <a:lnTo>
                    <a:pt x="3333496" y="412495"/>
                  </a:lnTo>
                  <a:lnTo>
                    <a:pt x="3333496" y="723645"/>
                  </a:lnTo>
                  <a:lnTo>
                    <a:pt x="3177158" y="723645"/>
                  </a:lnTo>
                  <a:lnTo>
                    <a:pt x="3177158" y="441198"/>
                  </a:lnTo>
                  <a:lnTo>
                    <a:pt x="3171874" y="389524"/>
                  </a:lnTo>
                  <a:lnTo>
                    <a:pt x="3156029" y="352615"/>
                  </a:lnTo>
                  <a:lnTo>
                    <a:pt x="3129635" y="330469"/>
                  </a:lnTo>
                  <a:lnTo>
                    <a:pt x="3092704" y="323088"/>
                  </a:lnTo>
                  <a:lnTo>
                    <a:pt x="3073298" y="325040"/>
                  </a:lnTo>
                  <a:lnTo>
                    <a:pt x="3025775" y="354329"/>
                  </a:lnTo>
                  <a:lnTo>
                    <a:pt x="3006058" y="389889"/>
                  </a:lnTo>
                  <a:lnTo>
                    <a:pt x="2999485" y="433831"/>
                  </a:lnTo>
                  <a:lnTo>
                    <a:pt x="2999485" y="723645"/>
                  </a:lnTo>
                  <a:lnTo>
                    <a:pt x="2842641" y="723645"/>
                  </a:lnTo>
                  <a:lnTo>
                    <a:pt x="2842641" y="215391"/>
                  </a:lnTo>
                  <a:lnTo>
                    <a:pt x="2999485" y="215391"/>
                  </a:lnTo>
                  <a:lnTo>
                    <a:pt x="2999485" y="295782"/>
                  </a:lnTo>
                  <a:lnTo>
                    <a:pt x="3001391" y="295782"/>
                  </a:lnTo>
                  <a:lnTo>
                    <a:pt x="3032660" y="255184"/>
                  </a:lnTo>
                  <a:lnTo>
                    <a:pt x="3070288" y="226171"/>
                  </a:lnTo>
                  <a:lnTo>
                    <a:pt x="3114297" y="208754"/>
                  </a:lnTo>
                  <a:lnTo>
                    <a:pt x="3164713" y="202945"/>
                  </a:lnTo>
                  <a:close/>
                </a:path>
                <a:path w="3764279" h="736600">
                  <a:moveTo>
                    <a:pt x="2516251" y="202945"/>
                  </a:moveTo>
                  <a:lnTo>
                    <a:pt x="2568713" y="207085"/>
                  </a:lnTo>
                  <a:lnTo>
                    <a:pt x="2614866" y="219487"/>
                  </a:lnTo>
                  <a:lnTo>
                    <a:pt x="2654732" y="240129"/>
                  </a:lnTo>
                  <a:lnTo>
                    <a:pt x="2688335" y="268986"/>
                  </a:lnTo>
                  <a:lnTo>
                    <a:pt x="2714912" y="304968"/>
                  </a:lnTo>
                  <a:lnTo>
                    <a:pt x="2733881" y="346821"/>
                  </a:lnTo>
                  <a:lnTo>
                    <a:pt x="2745253" y="394555"/>
                  </a:lnTo>
                  <a:lnTo>
                    <a:pt x="2749042" y="448182"/>
                  </a:lnTo>
                  <a:lnTo>
                    <a:pt x="2749042" y="514223"/>
                  </a:lnTo>
                  <a:lnTo>
                    <a:pt x="2417572" y="514223"/>
                  </a:lnTo>
                  <a:lnTo>
                    <a:pt x="2429216" y="562635"/>
                  </a:lnTo>
                  <a:lnTo>
                    <a:pt x="2456338" y="597201"/>
                  </a:lnTo>
                  <a:lnTo>
                    <a:pt x="2498939" y="617932"/>
                  </a:lnTo>
                  <a:lnTo>
                    <a:pt x="2557018" y="624839"/>
                  </a:lnTo>
                  <a:lnTo>
                    <a:pt x="2597665" y="622363"/>
                  </a:lnTo>
                  <a:lnTo>
                    <a:pt x="2635789" y="614934"/>
                  </a:lnTo>
                  <a:lnTo>
                    <a:pt x="2671389" y="602551"/>
                  </a:lnTo>
                  <a:lnTo>
                    <a:pt x="2704465" y="585215"/>
                  </a:lnTo>
                  <a:lnTo>
                    <a:pt x="2704465" y="698373"/>
                  </a:lnTo>
                  <a:lnTo>
                    <a:pt x="2666579" y="714875"/>
                  </a:lnTo>
                  <a:lnTo>
                    <a:pt x="2623407" y="726662"/>
                  </a:lnTo>
                  <a:lnTo>
                    <a:pt x="2574948" y="733734"/>
                  </a:lnTo>
                  <a:lnTo>
                    <a:pt x="2521204" y="736091"/>
                  </a:lnTo>
                  <a:lnTo>
                    <a:pt x="2463123" y="731829"/>
                  </a:lnTo>
                  <a:lnTo>
                    <a:pt x="2411936" y="719042"/>
                  </a:lnTo>
                  <a:lnTo>
                    <a:pt x="2367631" y="697730"/>
                  </a:lnTo>
                  <a:lnTo>
                    <a:pt x="2330196" y="667892"/>
                  </a:lnTo>
                  <a:lnTo>
                    <a:pt x="2300432" y="630360"/>
                  </a:lnTo>
                  <a:lnTo>
                    <a:pt x="2279157" y="586136"/>
                  </a:lnTo>
                  <a:lnTo>
                    <a:pt x="2266384" y="535197"/>
                  </a:lnTo>
                  <a:lnTo>
                    <a:pt x="2262124" y="477519"/>
                  </a:lnTo>
                  <a:lnTo>
                    <a:pt x="2266719" y="417486"/>
                  </a:lnTo>
                  <a:lnTo>
                    <a:pt x="2280507" y="364061"/>
                  </a:lnTo>
                  <a:lnTo>
                    <a:pt x="2303486" y="317232"/>
                  </a:lnTo>
                  <a:lnTo>
                    <a:pt x="2335656" y="276987"/>
                  </a:lnTo>
                  <a:lnTo>
                    <a:pt x="2374465" y="244629"/>
                  </a:lnTo>
                  <a:lnTo>
                    <a:pt x="2417524" y="221487"/>
                  </a:lnTo>
                  <a:lnTo>
                    <a:pt x="2464798" y="207585"/>
                  </a:lnTo>
                  <a:lnTo>
                    <a:pt x="2516251" y="202945"/>
                  </a:lnTo>
                  <a:close/>
                </a:path>
                <a:path w="3764279" h="736600">
                  <a:moveTo>
                    <a:pt x="1607185" y="202945"/>
                  </a:moveTo>
                  <a:lnTo>
                    <a:pt x="1651964" y="207222"/>
                  </a:lnTo>
                  <a:lnTo>
                    <a:pt x="1689854" y="220052"/>
                  </a:lnTo>
                  <a:lnTo>
                    <a:pt x="1744967" y="271370"/>
                  </a:lnTo>
                  <a:lnTo>
                    <a:pt x="1762189" y="309859"/>
                  </a:lnTo>
                  <a:lnTo>
                    <a:pt x="1772523" y="356901"/>
                  </a:lnTo>
                  <a:lnTo>
                    <a:pt x="1775967" y="412495"/>
                  </a:lnTo>
                  <a:lnTo>
                    <a:pt x="1775967" y="723645"/>
                  </a:lnTo>
                  <a:lnTo>
                    <a:pt x="1619630" y="723645"/>
                  </a:lnTo>
                  <a:lnTo>
                    <a:pt x="1619630" y="441198"/>
                  </a:lnTo>
                  <a:lnTo>
                    <a:pt x="1614346" y="389524"/>
                  </a:lnTo>
                  <a:lnTo>
                    <a:pt x="1598501" y="352615"/>
                  </a:lnTo>
                  <a:lnTo>
                    <a:pt x="1572107" y="330469"/>
                  </a:lnTo>
                  <a:lnTo>
                    <a:pt x="1535176" y="323088"/>
                  </a:lnTo>
                  <a:lnTo>
                    <a:pt x="1515770" y="325040"/>
                  </a:lnTo>
                  <a:lnTo>
                    <a:pt x="1468247" y="354329"/>
                  </a:lnTo>
                  <a:lnTo>
                    <a:pt x="1448530" y="389889"/>
                  </a:lnTo>
                  <a:lnTo>
                    <a:pt x="1441958" y="433831"/>
                  </a:lnTo>
                  <a:lnTo>
                    <a:pt x="1441958" y="723645"/>
                  </a:lnTo>
                  <a:lnTo>
                    <a:pt x="1285113" y="723645"/>
                  </a:lnTo>
                  <a:lnTo>
                    <a:pt x="1285113" y="215391"/>
                  </a:lnTo>
                  <a:lnTo>
                    <a:pt x="1441958" y="215391"/>
                  </a:lnTo>
                  <a:lnTo>
                    <a:pt x="1441958" y="295782"/>
                  </a:lnTo>
                  <a:lnTo>
                    <a:pt x="1443863" y="295782"/>
                  </a:lnTo>
                  <a:lnTo>
                    <a:pt x="1475132" y="255184"/>
                  </a:lnTo>
                  <a:lnTo>
                    <a:pt x="1512760" y="226171"/>
                  </a:lnTo>
                  <a:lnTo>
                    <a:pt x="1556769" y="208754"/>
                  </a:lnTo>
                  <a:lnTo>
                    <a:pt x="1607185" y="202945"/>
                  </a:lnTo>
                  <a:close/>
                </a:path>
                <a:path w="3764279" h="736600">
                  <a:moveTo>
                    <a:pt x="912495" y="202945"/>
                  </a:moveTo>
                  <a:lnTo>
                    <a:pt x="972335" y="207398"/>
                  </a:lnTo>
                  <a:lnTo>
                    <a:pt x="1025366" y="220757"/>
                  </a:lnTo>
                  <a:lnTo>
                    <a:pt x="1071586" y="243022"/>
                  </a:lnTo>
                  <a:lnTo>
                    <a:pt x="1110996" y="274192"/>
                  </a:lnTo>
                  <a:lnTo>
                    <a:pt x="1142499" y="312693"/>
                  </a:lnTo>
                  <a:lnTo>
                    <a:pt x="1165002" y="356933"/>
                  </a:lnTo>
                  <a:lnTo>
                    <a:pt x="1178504" y="406888"/>
                  </a:lnTo>
                  <a:lnTo>
                    <a:pt x="1183004" y="462533"/>
                  </a:lnTo>
                  <a:lnTo>
                    <a:pt x="1178361" y="522541"/>
                  </a:lnTo>
                  <a:lnTo>
                    <a:pt x="1164431" y="575881"/>
                  </a:lnTo>
                  <a:lnTo>
                    <a:pt x="1141214" y="622553"/>
                  </a:lnTo>
                  <a:lnTo>
                    <a:pt x="1108710" y="662558"/>
                  </a:lnTo>
                  <a:lnTo>
                    <a:pt x="1068208" y="694729"/>
                  </a:lnTo>
                  <a:lnTo>
                    <a:pt x="1020826" y="717708"/>
                  </a:lnTo>
                  <a:lnTo>
                    <a:pt x="966585" y="731496"/>
                  </a:lnTo>
                  <a:lnTo>
                    <a:pt x="905510" y="736091"/>
                  </a:lnTo>
                  <a:lnTo>
                    <a:pt x="845381" y="731639"/>
                  </a:lnTo>
                  <a:lnTo>
                    <a:pt x="792051" y="718280"/>
                  </a:lnTo>
                  <a:lnTo>
                    <a:pt x="745507" y="696015"/>
                  </a:lnTo>
                  <a:lnTo>
                    <a:pt x="705738" y="664844"/>
                  </a:lnTo>
                  <a:lnTo>
                    <a:pt x="673901" y="626052"/>
                  </a:lnTo>
                  <a:lnTo>
                    <a:pt x="651160" y="580913"/>
                  </a:lnTo>
                  <a:lnTo>
                    <a:pt x="637516" y="529417"/>
                  </a:lnTo>
                  <a:lnTo>
                    <a:pt x="632967" y="471550"/>
                  </a:lnTo>
                  <a:lnTo>
                    <a:pt x="637682" y="411924"/>
                  </a:lnTo>
                  <a:lnTo>
                    <a:pt x="651827" y="359155"/>
                  </a:lnTo>
                  <a:lnTo>
                    <a:pt x="675401" y="313245"/>
                  </a:lnTo>
                  <a:lnTo>
                    <a:pt x="708405" y="274192"/>
                  </a:lnTo>
                  <a:lnTo>
                    <a:pt x="749456" y="243022"/>
                  </a:lnTo>
                  <a:lnTo>
                    <a:pt x="797163" y="220757"/>
                  </a:lnTo>
                  <a:lnTo>
                    <a:pt x="851513" y="207398"/>
                  </a:lnTo>
                  <a:lnTo>
                    <a:pt x="912495" y="202945"/>
                  </a:lnTo>
                  <a:close/>
                </a:path>
                <a:path w="3764279" h="736600">
                  <a:moveTo>
                    <a:pt x="3649853" y="61087"/>
                  </a:moveTo>
                  <a:lnTo>
                    <a:pt x="3649853" y="215391"/>
                  </a:lnTo>
                  <a:lnTo>
                    <a:pt x="3764026" y="215391"/>
                  </a:lnTo>
                  <a:lnTo>
                    <a:pt x="3764026" y="331088"/>
                  </a:lnTo>
                  <a:lnTo>
                    <a:pt x="3649853" y="331088"/>
                  </a:lnTo>
                  <a:lnTo>
                    <a:pt x="3649853" y="536575"/>
                  </a:lnTo>
                  <a:lnTo>
                    <a:pt x="3653784" y="571319"/>
                  </a:lnTo>
                  <a:lnTo>
                    <a:pt x="3665585" y="596122"/>
                  </a:lnTo>
                  <a:lnTo>
                    <a:pt x="3685268" y="610995"/>
                  </a:lnTo>
                  <a:lnTo>
                    <a:pt x="3712845" y="615950"/>
                  </a:lnTo>
                  <a:lnTo>
                    <a:pt x="3725396" y="615047"/>
                  </a:lnTo>
                  <a:lnTo>
                    <a:pt x="3738102" y="612346"/>
                  </a:lnTo>
                  <a:lnTo>
                    <a:pt x="3750974" y="607859"/>
                  </a:lnTo>
                  <a:lnTo>
                    <a:pt x="3764026" y="601599"/>
                  </a:lnTo>
                  <a:lnTo>
                    <a:pt x="3764026" y="717676"/>
                  </a:lnTo>
                  <a:lnTo>
                    <a:pt x="3744475" y="725751"/>
                  </a:lnTo>
                  <a:lnTo>
                    <a:pt x="3720496" y="731504"/>
                  </a:lnTo>
                  <a:lnTo>
                    <a:pt x="3692088" y="734947"/>
                  </a:lnTo>
                  <a:lnTo>
                    <a:pt x="3659251" y="736091"/>
                  </a:lnTo>
                  <a:lnTo>
                    <a:pt x="3608609" y="731308"/>
                  </a:lnTo>
                  <a:lnTo>
                    <a:pt x="3567175" y="716957"/>
                  </a:lnTo>
                  <a:lnTo>
                    <a:pt x="3534949" y="693038"/>
                  </a:lnTo>
                  <a:lnTo>
                    <a:pt x="3511930" y="659553"/>
                  </a:lnTo>
                  <a:lnTo>
                    <a:pt x="3498119" y="616500"/>
                  </a:lnTo>
                  <a:lnTo>
                    <a:pt x="3493516" y="563879"/>
                  </a:lnTo>
                  <a:lnTo>
                    <a:pt x="3493516" y="331088"/>
                  </a:lnTo>
                  <a:lnTo>
                    <a:pt x="3411093" y="331088"/>
                  </a:lnTo>
                  <a:lnTo>
                    <a:pt x="3411093" y="215391"/>
                  </a:lnTo>
                  <a:lnTo>
                    <a:pt x="3493516" y="215391"/>
                  </a:lnTo>
                  <a:lnTo>
                    <a:pt x="3493516" y="105663"/>
                  </a:lnTo>
                  <a:lnTo>
                    <a:pt x="3649853" y="61087"/>
                  </a:lnTo>
                  <a:close/>
                </a:path>
                <a:path w="3764279" h="736600">
                  <a:moveTo>
                    <a:pt x="2093849" y="61087"/>
                  </a:moveTo>
                  <a:lnTo>
                    <a:pt x="2093849" y="215391"/>
                  </a:lnTo>
                  <a:lnTo>
                    <a:pt x="2208022" y="215391"/>
                  </a:lnTo>
                  <a:lnTo>
                    <a:pt x="2208022" y="331088"/>
                  </a:lnTo>
                  <a:lnTo>
                    <a:pt x="2093849" y="331088"/>
                  </a:lnTo>
                  <a:lnTo>
                    <a:pt x="2093849" y="536575"/>
                  </a:lnTo>
                  <a:lnTo>
                    <a:pt x="2097780" y="571319"/>
                  </a:lnTo>
                  <a:lnTo>
                    <a:pt x="2109581" y="596122"/>
                  </a:lnTo>
                  <a:lnTo>
                    <a:pt x="2129264" y="610995"/>
                  </a:lnTo>
                  <a:lnTo>
                    <a:pt x="2156841" y="615950"/>
                  </a:lnTo>
                  <a:lnTo>
                    <a:pt x="2169392" y="615047"/>
                  </a:lnTo>
                  <a:lnTo>
                    <a:pt x="2182098" y="612346"/>
                  </a:lnTo>
                  <a:lnTo>
                    <a:pt x="2194970" y="607859"/>
                  </a:lnTo>
                  <a:lnTo>
                    <a:pt x="2208022" y="601599"/>
                  </a:lnTo>
                  <a:lnTo>
                    <a:pt x="2208022" y="717676"/>
                  </a:lnTo>
                  <a:lnTo>
                    <a:pt x="2188471" y="725751"/>
                  </a:lnTo>
                  <a:lnTo>
                    <a:pt x="2164492" y="731504"/>
                  </a:lnTo>
                  <a:lnTo>
                    <a:pt x="2136084" y="734947"/>
                  </a:lnTo>
                  <a:lnTo>
                    <a:pt x="2103247" y="736091"/>
                  </a:lnTo>
                  <a:lnTo>
                    <a:pt x="2052605" y="731308"/>
                  </a:lnTo>
                  <a:lnTo>
                    <a:pt x="2011171" y="716957"/>
                  </a:lnTo>
                  <a:lnTo>
                    <a:pt x="1978945" y="693038"/>
                  </a:lnTo>
                  <a:lnTo>
                    <a:pt x="1955926" y="659553"/>
                  </a:lnTo>
                  <a:lnTo>
                    <a:pt x="1942115" y="616500"/>
                  </a:lnTo>
                  <a:lnTo>
                    <a:pt x="1937511" y="563879"/>
                  </a:lnTo>
                  <a:lnTo>
                    <a:pt x="1937511" y="331088"/>
                  </a:lnTo>
                  <a:lnTo>
                    <a:pt x="1855089" y="331088"/>
                  </a:lnTo>
                  <a:lnTo>
                    <a:pt x="1855089" y="215391"/>
                  </a:lnTo>
                  <a:lnTo>
                    <a:pt x="1937511" y="215391"/>
                  </a:lnTo>
                  <a:lnTo>
                    <a:pt x="1937511" y="105663"/>
                  </a:lnTo>
                  <a:lnTo>
                    <a:pt x="2093849" y="61087"/>
                  </a:lnTo>
                  <a:close/>
                </a:path>
                <a:path w="3764279" h="736600">
                  <a:moveTo>
                    <a:pt x="379222" y="0"/>
                  </a:moveTo>
                  <a:lnTo>
                    <a:pt x="429277" y="1643"/>
                  </a:lnTo>
                  <a:lnTo>
                    <a:pt x="475249" y="6572"/>
                  </a:lnTo>
                  <a:lnTo>
                    <a:pt x="517149" y="14787"/>
                  </a:lnTo>
                  <a:lnTo>
                    <a:pt x="554989" y="26288"/>
                  </a:lnTo>
                  <a:lnTo>
                    <a:pt x="554989" y="180720"/>
                  </a:lnTo>
                  <a:lnTo>
                    <a:pt x="517959" y="162051"/>
                  </a:lnTo>
                  <a:lnTo>
                    <a:pt x="478488" y="148716"/>
                  </a:lnTo>
                  <a:lnTo>
                    <a:pt x="436564" y="140715"/>
                  </a:lnTo>
                  <a:lnTo>
                    <a:pt x="392175" y="138049"/>
                  </a:lnTo>
                  <a:lnTo>
                    <a:pt x="344427" y="141980"/>
                  </a:lnTo>
                  <a:lnTo>
                    <a:pt x="301561" y="153781"/>
                  </a:lnTo>
                  <a:lnTo>
                    <a:pt x="263552" y="173464"/>
                  </a:lnTo>
                  <a:lnTo>
                    <a:pt x="230377" y="201040"/>
                  </a:lnTo>
                  <a:lnTo>
                    <a:pt x="203394" y="235354"/>
                  </a:lnTo>
                  <a:lnTo>
                    <a:pt x="184150" y="275240"/>
                  </a:lnTo>
                  <a:lnTo>
                    <a:pt x="172620" y="320698"/>
                  </a:lnTo>
                  <a:lnTo>
                    <a:pt x="168783" y="371728"/>
                  </a:lnTo>
                  <a:lnTo>
                    <a:pt x="172404" y="420735"/>
                  </a:lnTo>
                  <a:lnTo>
                    <a:pt x="183276" y="464502"/>
                  </a:lnTo>
                  <a:lnTo>
                    <a:pt x="201412" y="503031"/>
                  </a:lnTo>
                  <a:lnTo>
                    <a:pt x="226822" y="536320"/>
                  </a:lnTo>
                  <a:lnTo>
                    <a:pt x="258375" y="563157"/>
                  </a:lnTo>
                  <a:lnTo>
                    <a:pt x="294941" y="582326"/>
                  </a:lnTo>
                  <a:lnTo>
                    <a:pt x="336532" y="593828"/>
                  </a:lnTo>
                  <a:lnTo>
                    <a:pt x="383159" y="597662"/>
                  </a:lnTo>
                  <a:lnTo>
                    <a:pt x="429099" y="594804"/>
                  </a:lnTo>
                  <a:lnTo>
                    <a:pt x="473027" y="586231"/>
                  </a:lnTo>
                  <a:lnTo>
                    <a:pt x="514979" y="571944"/>
                  </a:lnTo>
                  <a:lnTo>
                    <a:pt x="554989" y="551941"/>
                  </a:lnTo>
                  <a:lnTo>
                    <a:pt x="554989" y="698373"/>
                  </a:lnTo>
                  <a:lnTo>
                    <a:pt x="512982" y="714875"/>
                  </a:lnTo>
                  <a:lnTo>
                    <a:pt x="465058" y="726662"/>
                  </a:lnTo>
                  <a:lnTo>
                    <a:pt x="411204" y="733734"/>
                  </a:lnTo>
                  <a:lnTo>
                    <a:pt x="351409" y="736091"/>
                  </a:lnTo>
                  <a:lnTo>
                    <a:pt x="298746" y="733415"/>
                  </a:lnTo>
                  <a:lnTo>
                    <a:pt x="249978" y="725386"/>
                  </a:lnTo>
                  <a:lnTo>
                    <a:pt x="205104" y="712009"/>
                  </a:lnTo>
                  <a:lnTo>
                    <a:pt x="164126" y="693288"/>
                  </a:lnTo>
                  <a:lnTo>
                    <a:pt x="127042" y="669225"/>
                  </a:lnTo>
                  <a:lnTo>
                    <a:pt x="93852" y="639826"/>
                  </a:lnTo>
                  <a:lnTo>
                    <a:pt x="65160" y="605926"/>
                  </a:lnTo>
                  <a:lnTo>
                    <a:pt x="41693" y="568484"/>
                  </a:lnTo>
                  <a:lnTo>
                    <a:pt x="23447" y="527494"/>
                  </a:lnTo>
                  <a:lnTo>
                    <a:pt x="10418" y="482948"/>
                  </a:lnTo>
                  <a:lnTo>
                    <a:pt x="2604" y="434838"/>
                  </a:lnTo>
                  <a:lnTo>
                    <a:pt x="0" y="383158"/>
                  </a:lnTo>
                  <a:lnTo>
                    <a:pt x="2931" y="328051"/>
                  </a:lnTo>
                  <a:lnTo>
                    <a:pt x="11726" y="276521"/>
                  </a:lnTo>
                  <a:lnTo>
                    <a:pt x="26384" y="228568"/>
                  </a:lnTo>
                  <a:lnTo>
                    <a:pt x="46905" y="184192"/>
                  </a:lnTo>
                  <a:lnTo>
                    <a:pt x="73289" y="143393"/>
                  </a:lnTo>
                  <a:lnTo>
                    <a:pt x="105537" y="106171"/>
                  </a:lnTo>
                  <a:lnTo>
                    <a:pt x="142408" y="73745"/>
                  </a:lnTo>
                  <a:lnTo>
                    <a:pt x="182785" y="47206"/>
                  </a:lnTo>
                  <a:lnTo>
                    <a:pt x="226663" y="26558"/>
                  </a:lnTo>
                  <a:lnTo>
                    <a:pt x="274033" y="11806"/>
                  </a:lnTo>
                  <a:lnTo>
                    <a:pt x="324888" y="2952"/>
                  </a:lnTo>
                  <a:lnTo>
                    <a:pt x="379222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429000" y="1843151"/>
            <a:ext cx="6291580" cy="995044"/>
            <a:chOff x="3429000" y="1843151"/>
            <a:chExt cx="6291580" cy="995044"/>
          </a:xfrm>
        </p:grpSpPr>
        <p:sp>
          <p:nvSpPr>
            <p:cNvPr id="13" name="object 13"/>
            <p:cNvSpPr/>
            <p:nvPr/>
          </p:nvSpPr>
          <p:spPr>
            <a:xfrm>
              <a:off x="3456432" y="1869948"/>
              <a:ext cx="6263640" cy="9677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29000" y="1843151"/>
              <a:ext cx="6261354" cy="9641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260597" y="3050413"/>
            <a:ext cx="6537325" cy="1006475"/>
            <a:chOff x="3260597" y="3050413"/>
            <a:chExt cx="6537325" cy="1006475"/>
          </a:xfrm>
        </p:grpSpPr>
        <p:sp>
          <p:nvSpPr>
            <p:cNvPr id="16" name="object 16"/>
            <p:cNvSpPr/>
            <p:nvPr/>
          </p:nvSpPr>
          <p:spPr>
            <a:xfrm>
              <a:off x="3287267" y="3076956"/>
              <a:ext cx="6510528" cy="9799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60597" y="3050413"/>
              <a:ext cx="6506717" cy="97612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655817" y="4182236"/>
            <a:ext cx="1741805" cy="808990"/>
            <a:chOff x="5655817" y="4182236"/>
            <a:chExt cx="1741805" cy="808990"/>
          </a:xfrm>
        </p:grpSpPr>
        <p:sp>
          <p:nvSpPr>
            <p:cNvPr id="19" name="object 19"/>
            <p:cNvSpPr/>
            <p:nvPr/>
          </p:nvSpPr>
          <p:spPr>
            <a:xfrm>
              <a:off x="5682995" y="4209287"/>
              <a:ext cx="1714500" cy="78181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62675" y="4189094"/>
              <a:ext cx="1697989" cy="765175"/>
            </a:xfrm>
            <a:custGeom>
              <a:avLst/>
              <a:gdLst/>
              <a:ahLst/>
              <a:cxnLst/>
              <a:rect l="l" t="t" r="r" b="b"/>
              <a:pathLst>
                <a:path w="1697990" h="765175">
                  <a:moveTo>
                    <a:pt x="440086" y="338581"/>
                  </a:moveTo>
                  <a:lnTo>
                    <a:pt x="222758" y="338581"/>
                  </a:lnTo>
                  <a:lnTo>
                    <a:pt x="262336" y="343794"/>
                  </a:lnTo>
                  <a:lnTo>
                    <a:pt x="290591" y="359425"/>
                  </a:lnTo>
                  <a:lnTo>
                    <a:pt x="307536" y="385462"/>
                  </a:lnTo>
                  <a:lnTo>
                    <a:pt x="313182" y="421893"/>
                  </a:lnTo>
                  <a:lnTo>
                    <a:pt x="175133" y="440308"/>
                  </a:lnTo>
                  <a:lnTo>
                    <a:pt x="121634" y="451400"/>
                  </a:lnTo>
                  <a:lnTo>
                    <a:pt x="77855" y="469434"/>
                  </a:lnTo>
                  <a:lnTo>
                    <a:pt x="43799" y="494410"/>
                  </a:lnTo>
                  <a:lnTo>
                    <a:pt x="19468" y="526330"/>
                  </a:lnTo>
                  <a:lnTo>
                    <a:pt x="4867" y="565192"/>
                  </a:lnTo>
                  <a:lnTo>
                    <a:pt x="0" y="610996"/>
                  </a:lnTo>
                  <a:lnTo>
                    <a:pt x="2645" y="644269"/>
                  </a:lnTo>
                  <a:lnTo>
                    <a:pt x="23842" y="700240"/>
                  </a:lnTo>
                  <a:lnTo>
                    <a:pt x="65613" y="741346"/>
                  </a:lnTo>
                  <a:lnTo>
                    <a:pt x="123767" y="762301"/>
                  </a:lnTo>
                  <a:lnTo>
                    <a:pt x="158750" y="764920"/>
                  </a:lnTo>
                  <a:lnTo>
                    <a:pt x="205853" y="759586"/>
                  </a:lnTo>
                  <a:lnTo>
                    <a:pt x="246776" y="743584"/>
                  </a:lnTo>
                  <a:lnTo>
                    <a:pt x="281533" y="716914"/>
                  </a:lnTo>
                  <a:lnTo>
                    <a:pt x="310134" y="679576"/>
                  </a:lnTo>
                  <a:lnTo>
                    <a:pt x="460628" y="679576"/>
                  </a:lnTo>
                  <a:lnTo>
                    <a:pt x="460628" y="653668"/>
                  </a:lnTo>
                  <a:lnTo>
                    <a:pt x="213360" y="653668"/>
                  </a:lnTo>
                  <a:lnTo>
                    <a:pt x="198286" y="652599"/>
                  </a:lnTo>
                  <a:lnTo>
                    <a:pt x="163068" y="636650"/>
                  </a:lnTo>
                  <a:lnTo>
                    <a:pt x="144399" y="592708"/>
                  </a:lnTo>
                  <a:lnTo>
                    <a:pt x="149183" y="566251"/>
                  </a:lnTo>
                  <a:lnTo>
                    <a:pt x="163528" y="545925"/>
                  </a:lnTo>
                  <a:lnTo>
                    <a:pt x="187422" y="531719"/>
                  </a:lnTo>
                  <a:lnTo>
                    <a:pt x="220852" y="523620"/>
                  </a:lnTo>
                  <a:lnTo>
                    <a:pt x="313182" y="511809"/>
                  </a:lnTo>
                  <a:lnTo>
                    <a:pt x="460628" y="511809"/>
                  </a:lnTo>
                  <a:lnTo>
                    <a:pt x="460628" y="448690"/>
                  </a:lnTo>
                  <a:lnTo>
                    <a:pt x="457230" y="397875"/>
                  </a:lnTo>
                  <a:lnTo>
                    <a:pt x="447034" y="353825"/>
                  </a:lnTo>
                  <a:lnTo>
                    <a:pt x="440086" y="338581"/>
                  </a:lnTo>
                  <a:close/>
                </a:path>
                <a:path w="1697990" h="765175">
                  <a:moveTo>
                    <a:pt x="460628" y="679576"/>
                  </a:moveTo>
                  <a:lnTo>
                    <a:pt x="312165" y="679576"/>
                  </a:lnTo>
                  <a:lnTo>
                    <a:pt x="312165" y="752474"/>
                  </a:lnTo>
                  <a:lnTo>
                    <a:pt x="460628" y="752474"/>
                  </a:lnTo>
                  <a:lnTo>
                    <a:pt x="460628" y="679576"/>
                  </a:lnTo>
                  <a:close/>
                </a:path>
                <a:path w="1697990" h="765175">
                  <a:moveTo>
                    <a:pt x="460628" y="511809"/>
                  </a:moveTo>
                  <a:lnTo>
                    <a:pt x="313182" y="511809"/>
                  </a:lnTo>
                  <a:lnTo>
                    <a:pt x="313182" y="545972"/>
                  </a:lnTo>
                  <a:lnTo>
                    <a:pt x="311443" y="568307"/>
                  </a:lnTo>
                  <a:lnTo>
                    <a:pt x="297537" y="606927"/>
                  </a:lnTo>
                  <a:lnTo>
                    <a:pt x="270438" y="636523"/>
                  </a:lnTo>
                  <a:lnTo>
                    <a:pt x="234434" y="651763"/>
                  </a:lnTo>
                  <a:lnTo>
                    <a:pt x="213360" y="653668"/>
                  </a:lnTo>
                  <a:lnTo>
                    <a:pt x="460628" y="653668"/>
                  </a:lnTo>
                  <a:lnTo>
                    <a:pt x="460628" y="511809"/>
                  </a:lnTo>
                  <a:close/>
                </a:path>
                <a:path w="1697990" h="765175">
                  <a:moveTo>
                    <a:pt x="243204" y="231774"/>
                  </a:moveTo>
                  <a:lnTo>
                    <a:pt x="193976" y="235013"/>
                  </a:lnTo>
                  <a:lnTo>
                    <a:pt x="139700" y="244728"/>
                  </a:lnTo>
                  <a:lnTo>
                    <a:pt x="88868" y="258651"/>
                  </a:lnTo>
                  <a:lnTo>
                    <a:pt x="50037" y="274573"/>
                  </a:lnTo>
                  <a:lnTo>
                    <a:pt x="50037" y="392683"/>
                  </a:lnTo>
                  <a:lnTo>
                    <a:pt x="91563" y="369014"/>
                  </a:lnTo>
                  <a:lnTo>
                    <a:pt x="134207" y="352107"/>
                  </a:lnTo>
                  <a:lnTo>
                    <a:pt x="177946" y="341963"/>
                  </a:lnTo>
                  <a:lnTo>
                    <a:pt x="222758" y="338581"/>
                  </a:lnTo>
                  <a:lnTo>
                    <a:pt x="440086" y="338581"/>
                  </a:lnTo>
                  <a:lnTo>
                    <a:pt x="430042" y="316545"/>
                  </a:lnTo>
                  <a:lnTo>
                    <a:pt x="406257" y="286035"/>
                  </a:lnTo>
                  <a:lnTo>
                    <a:pt x="375679" y="262301"/>
                  </a:lnTo>
                  <a:lnTo>
                    <a:pt x="338310" y="245344"/>
                  </a:lnTo>
                  <a:lnTo>
                    <a:pt x="294151" y="235167"/>
                  </a:lnTo>
                  <a:lnTo>
                    <a:pt x="243204" y="231774"/>
                  </a:lnTo>
                  <a:close/>
                </a:path>
                <a:path w="1697990" h="765175">
                  <a:moveTo>
                    <a:pt x="1401952" y="231774"/>
                  </a:moveTo>
                  <a:lnTo>
                    <a:pt x="1352611" y="236533"/>
                  </a:lnTo>
                  <a:lnTo>
                    <a:pt x="1308211" y="250793"/>
                  </a:lnTo>
                  <a:lnTo>
                    <a:pt x="1268739" y="274530"/>
                  </a:lnTo>
                  <a:lnTo>
                    <a:pt x="1234185" y="307720"/>
                  </a:lnTo>
                  <a:lnTo>
                    <a:pt x="1206182" y="348847"/>
                  </a:lnTo>
                  <a:lnTo>
                    <a:pt x="1186180" y="396224"/>
                  </a:lnTo>
                  <a:lnTo>
                    <a:pt x="1174178" y="449863"/>
                  </a:lnTo>
                  <a:lnTo>
                    <a:pt x="1170177" y="509777"/>
                  </a:lnTo>
                  <a:lnTo>
                    <a:pt x="1173819" y="566737"/>
                  </a:lnTo>
                  <a:lnTo>
                    <a:pt x="1184735" y="617029"/>
                  </a:lnTo>
                  <a:lnTo>
                    <a:pt x="1202914" y="660653"/>
                  </a:lnTo>
                  <a:lnTo>
                    <a:pt x="1228344" y="697610"/>
                  </a:lnTo>
                  <a:lnTo>
                    <a:pt x="1259653" y="727041"/>
                  </a:lnTo>
                  <a:lnTo>
                    <a:pt x="1295653" y="748077"/>
                  </a:lnTo>
                  <a:lnTo>
                    <a:pt x="1336321" y="760708"/>
                  </a:lnTo>
                  <a:lnTo>
                    <a:pt x="1381632" y="764920"/>
                  </a:lnTo>
                  <a:lnTo>
                    <a:pt x="1430400" y="759775"/>
                  </a:lnTo>
                  <a:lnTo>
                    <a:pt x="1472882" y="744331"/>
                  </a:lnTo>
                  <a:lnTo>
                    <a:pt x="1509077" y="718575"/>
                  </a:lnTo>
                  <a:lnTo>
                    <a:pt x="1538985" y="682497"/>
                  </a:lnTo>
                  <a:lnTo>
                    <a:pt x="1697863" y="682497"/>
                  </a:lnTo>
                  <a:lnTo>
                    <a:pt x="1697863" y="644778"/>
                  </a:lnTo>
                  <a:lnTo>
                    <a:pt x="1436243" y="644778"/>
                  </a:lnTo>
                  <a:lnTo>
                    <a:pt x="1412551" y="642516"/>
                  </a:lnTo>
                  <a:lnTo>
                    <a:pt x="1373360" y="624419"/>
                  </a:lnTo>
                  <a:lnTo>
                    <a:pt x="1345475" y="588557"/>
                  </a:lnTo>
                  <a:lnTo>
                    <a:pt x="1331327" y="536932"/>
                  </a:lnTo>
                  <a:lnTo>
                    <a:pt x="1329563" y="505332"/>
                  </a:lnTo>
                  <a:lnTo>
                    <a:pt x="1331394" y="471519"/>
                  </a:lnTo>
                  <a:lnTo>
                    <a:pt x="1346011" y="415321"/>
                  </a:lnTo>
                  <a:lnTo>
                    <a:pt x="1374868" y="375009"/>
                  </a:lnTo>
                  <a:lnTo>
                    <a:pt x="1415583" y="354486"/>
                  </a:lnTo>
                  <a:lnTo>
                    <a:pt x="1440179" y="351916"/>
                  </a:lnTo>
                  <a:lnTo>
                    <a:pt x="1697863" y="351916"/>
                  </a:lnTo>
                  <a:lnTo>
                    <a:pt x="1697863" y="302259"/>
                  </a:lnTo>
                  <a:lnTo>
                    <a:pt x="1538985" y="302259"/>
                  </a:lnTo>
                  <a:lnTo>
                    <a:pt x="1515913" y="271422"/>
                  </a:lnTo>
                  <a:lnTo>
                    <a:pt x="1485376" y="249396"/>
                  </a:lnTo>
                  <a:lnTo>
                    <a:pt x="1447385" y="236180"/>
                  </a:lnTo>
                  <a:lnTo>
                    <a:pt x="1401952" y="231774"/>
                  </a:lnTo>
                  <a:close/>
                </a:path>
                <a:path w="1697990" h="765175">
                  <a:moveTo>
                    <a:pt x="1697863" y="682497"/>
                  </a:moveTo>
                  <a:lnTo>
                    <a:pt x="1541018" y="682497"/>
                  </a:lnTo>
                  <a:lnTo>
                    <a:pt x="1541018" y="752474"/>
                  </a:lnTo>
                  <a:lnTo>
                    <a:pt x="1697863" y="752474"/>
                  </a:lnTo>
                  <a:lnTo>
                    <a:pt x="1697863" y="682497"/>
                  </a:lnTo>
                  <a:close/>
                </a:path>
                <a:path w="1697990" h="765175">
                  <a:moveTo>
                    <a:pt x="1697863" y="351916"/>
                  </a:moveTo>
                  <a:lnTo>
                    <a:pt x="1440179" y="351916"/>
                  </a:lnTo>
                  <a:lnTo>
                    <a:pt x="1462212" y="353964"/>
                  </a:lnTo>
                  <a:lnTo>
                    <a:pt x="1482042" y="360108"/>
                  </a:lnTo>
                  <a:lnTo>
                    <a:pt x="1515237" y="384682"/>
                  </a:lnTo>
                  <a:lnTo>
                    <a:pt x="1536779" y="421655"/>
                  </a:lnTo>
                  <a:lnTo>
                    <a:pt x="1543939" y="467105"/>
                  </a:lnTo>
                  <a:lnTo>
                    <a:pt x="1543939" y="505332"/>
                  </a:lnTo>
                  <a:lnTo>
                    <a:pt x="1536430" y="562181"/>
                  </a:lnTo>
                  <a:lnTo>
                    <a:pt x="1513967" y="606551"/>
                  </a:lnTo>
                  <a:lnTo>
                    <a:pt x="1479486" y="635238"/>
                  </a:lnTo>
                  <a:lnTo>
                    <a:pt x="1436243" y="644778"/>
                  </a:lnTo>
                  <a:lnTo>
                    <a:pt x="1697863" y="644778"/>
                  </a:lnTo>
                  <a:lnTo>
                    <a:pt x="1697863" y="351916"/>
                  </a:lnTo>
                  <a:close/>
                </a:path>
                <a:path w="1697990" h="765175">
                  <a:moveTo>
                    <a:pt x="1697863" y="0"/>
                  </a:moveTo>
                  <a:lnTo>
                    <a:pt x="1541018" y="0"/>
                  </a:lnTo>
                  <a:lnTo>
                    <a:pt x="1541018" y="302259"/>
                  </a:lnTo>
                  <a:lnTo>
                    <a:pt x="1697863" y="302259"/>
                  </a:lnTo>
                  <a:lnTo>
                    <a:pt x="1697863" y="0"/>
                  </a:lnTo>
                  <a:close/>
                </a:path>
                <a:path w="1697990" h="765175">
                  <a:moveTo>
                    <a:pt x="741679" y="244220"/>
                  </a:moveTo>
                  <a:lnTo>
                    <a:pt x="584835" y="244220"/>
                  </a:lnTo>
                  <a:lnTo>
                    <a:pt x="584835" y="752474"/>
                  </a:lnTo>
                  <a:lnTo>
                    <a:pt x="741679" y="752474"/>
                  </a:lnTo>
                  <a:lnTo>
                    <a:pt x="741679" y="462660"/>
                  </a:lnTo>
                  <a:lnTo>
                    <a:pt x="743323" y="439630"/>
                  </a:lnTo>
                  <a:lnTo>
                    <a:pt x="756467" y="399903"/>
                  </a:lnTo>
                  <a:lnTo>
                    <a:pt x="782016" y="369490"/>
                  </a:lnTo>
                  <a:lnTo>
                    <a:pt x="834898" y="351916"/>
                  </a:lnTo>
                  <a:lnTo>
                    <a:pt x="1064817" y="351916"/>
                  </a:lnTo>
                  <a:lnTo>
                    <a:pt x="1061911" y="338688"/>
                  </a:lnTo>
                  <a:lnTo>
                    <a:pt x="1055613" y="324611"/>
                  </a:lnTo>
                  <a:lnTo>
                    <a:pt x="741679" y="324611"/>
                  </a:lnTo>
                  <a:lnTo>
                    <a:pt x="741679" y="244220"/>
                  </a:lnTo>
                  <a:close/>
                </a:path>
                <a:path w="1697990" h="765175">
                  <a:moveTo>
                    <a:pt x="1064817" y="351916"/>
                  </a:moveTo>
                  <a:lnTo>
                    <a:pt x="834898" y="351916"/>
                  </a:lnTo>
                  <a:lnTo>
                    <a:pt x="871829" y="359298"/>
                  </a:lnTo>
                  <a:lnTo>
                    <a:pt x="898223" y="381444"/>
                  </a:lnTo>
                  <a:lnTo>
                    <a:pt x="914068" y="418353"/>
                  </a:lnTo>
                  <a:lnTo>
                    <a:pt x="919352" y="470026"/>
                  </a:lnTo>
                  <a:lnTo>
                    <a:pt x="919352" y="752474"/>
                  </a:lnTo>
                  <a:lnTo>
                    <a:pt x="1075690" y="752474"/>
                  </a:lnTo>
                  <a:lnTo>
                    <a:pt x="1075585" y="439630"/>
                  </a:lnTo>
                  <a:lnTo>
                    <a:pt x="1072245" y="385730"/>
                  </a:lnTo>
                  <a:lnTo>
                    <a:pt x="1064817" y="351916"/>
                  </a:lnTo>
                  <a:close/>
                </a:path>
                <a:path w="1697990" h="765175">
                  <a:moveTo>
                    <a:pt x="906906" y="231774"/>
                  </a:moveTo>
                  <a:lnTo>
                    <a:pt x="856491" y="237583"/>
                  </a:lnTo>
                  <a:lnTo>
                    <a:pt x="812482" y="255000"/>
                  </a:lnTo>
                  <a:lnTo>
                    <a:pt x="774854" y="284013"/>
                  </a:lnTo>
                  <a:lnTo>
                    <a:pt x="743585" y="324611"/>
                  </a:lnTo>
                  <a:lnTo>
                    <a:pt x="1055613" y="324611"/>
                  </a:lnTo>
                  <a:lnTo>
                    <a:pt x="1020577" y="270263"/>
                  </a:lnTo>
                  <a:lnTo>
                    <a:pt x="951686" y="236051"/>
                  </a:lnTo>
                  <a:lnTo>
                    <a:pt x="906906" y="231774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00216" y="4694046"/>
              <a:ext cx="182499" cy="15557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62675" y="4189094"/>
              <a:ext cx="1697989" cy="765175"/>
            </a:xfrm>
            <a:custGeom>
              <a:avLst/>
              <a:gdLst/>
              <a:ahLst/>
              <a:cxnLst/>
              <a:rect l="l" t="t" r="r" b="b"/>
              <a:pathLst>
                <a:path w="1697990" h="765175">
                  <a:moveTo>
                    <a:pt x="1440179" y="351916"/>
                  </a:moveTo>
                  <a:lnTo>
                    <a:pt x="1393809" y="362188"/>
                  </a:lnTo>
                  <a:lnTo>
                    <a:pt x="1358773" y="392937"/>
                  </a:lnTo>
                  <a:lnTo>
                    <a:pt x="1336881" y="441515"/>
                  </a:lnTo>
                  <a:lnTo>
                    <a:pt x="1329563" y="505332"/>
                  </a:lnTo>
                  <a:lnTo>
                    <a:pt x="1331327" y="536932"/>
                  </a:lnTo>
                  <a:lnTo>
                    <a:pt x="1345475" y="588557"/>
                  </a:lnTo>
                  <a:lnTo>
                    <a:pt x="1373360" y="624419"/>
                  </a:lnTo>
                  <a:lnTo>
                    <a:pt x="1412551" y="642516"/>
                  </a:lnTo>
                  <a:lnTo>
                    <a:pt x="1436243" y="644778"/>
                  </a:lnTo>
                  <a:lnTo>
                    <a:pt x="1458960" y="642395"/>
                  </a:lnTo>
                  <a:lnTo>
                    <a:pt x="1497822" y="623294"/>
                  </a:lnTo>
                  <a:lnTo>
                    <a:pt x="1527061" y="585932"/>
                  </a:lnTo>
                  <a:lnTo>
                    <a:pt x="1542059" y="535310"/>
                  </a:lnTo>
                  <a:lnTo>
                    <a:pt x="1543939" y="505332"/>
                  </a:lnTo>
                  <a:lnTo>
                    <a:pt x="1543939" y="467105"/>
                  </a:lnTo>
                  <a:lnTo>
                    <a:pt x="1536779" y="421655"/>
                  </a:lnTo>
                  <a:lnTo>
                    <a:pt x="1515237" y="384682"/>
                  </a:lnTo>
                  <a:lnTo>
                    <a:pt x="1482042" y="360108"/>
                  </a:lnTo>
                  <a:lnTo>
                    <a:pt x="1440179" y="351916"/>
                  </a:lnTo>
                  <a:close/>
                </a:path>
                <a:path w="1697990" h="765175">
                  <a:moveTo>
                    <a:pt x="906906" y="231774"/>
                  </a:moveTo>
                  <a:lnTo>
                    <a:pt x="951686" y="236051"/>
                  </a:lnTo>
                  <a:lnTo>
                    <a:pt x="989576" y="248881"/>
                  </a:lnTo>
                  <a:lnTo>
                    <a:pt x="1044689" y="300199"/>
                  </a:lnTo>
                  <a:lnTo>
                    <a:pt x="1061911" y="338688"/>
                  </a:lnTo>
                  <a:lnTo>
                    <a:pt x="1072245" y="385730"/>
                  </a:lnTo>
                  <a:lnTo>
                    <a:pt x="1075690" y="441324"/>
                  </a:lnTo>
                  <a:lnTo>
                    <a:pt x="1075690" y="752474"/>
                  </a:lnTo>
                  <a:lnTo>
                    <a:pt x="919352" y="752474"/>
                  </a:lnTo>
                  <a:lnTo>
                    <a:pt x="919352" y="470026"/>
                  </a:lnTo>
                  <a:lnTo>
                    <a:pt x="914068" y="418353"/>
                  </a:lnTo>
                  <a:lnTo>
                    <a:pt x="898223" y="381444"/>
                  </a:lnTo>
                  <a:lnTo>
                    <a:pt x="871829" y="359298"/>
                  </a:lnTo>
                  <a:lnTo>
                    <a:pt x="834898" y="351916"/>
                  </a:lnTo>
                  <a:lnTo>
                    <a:pt x="815492" y="353869"/>
                  </a:lnTo>
                  <a:lnTo>
                    <a:pt x="767969" y="383158"/>
                  </a:lnTo>
                  <a:lnTo>
                    <a:pt x="748252" y="418718"/>
                  </a:lnTo>
                  <a:lnTo>
                    <a:pt x="741679" y="462660"/>
                  </a:lnTo>
                  <a:lnTo>
                    <a:pt x="741679" y="752474"/>
                  </a:lnTo>
                  <a:lnTo>
                    <a:pt x="584835" y="752474"/>
                  </a:lnTo>
                  <a:lnTo>
                    <a:pt x="584835" y="244220"/>
                  </a:lnTo>
                  <a:lnTo>
                    <a:pt x="741679" y="244220"/>
                  </a:lnTo>
                  <a:lnTo>
                    <a:pt x="741679" y="324611"/>
                  </a:lnTo>
                  <a:lnTo>
                    <a:pt x="743585" y="324611"/>
                  </a:lnTo>
                  <a:lnTo>
                    <a:pt x="774854" y="284013"/>
                  </a:lnTo>
                  <a:lnTo>
                    <a:pt x="812482" y="255000"/>
                  </a:lnTo>
                  <a:lnTo>
                    <a:pt x="856491" y="237583"/>
                  </a:lnTo>
                  <a:lnTo>
                    <a:pt x="906906" y="231774"/>
                  </a:lnTo>
                  <a:close/>
                </a:path>
                <a:path w="1697990" h="765175">
                  <a:moveTo>
                    <a:pt x="243204" y="231774"/>
                  </a:moveTo>
                  <a:lnTo>
                    <a:pt x="294151" y="235167"/>
                  </a:lnTo>
                  <a:lnTo>
                    <a:pt x="338310" y="245344"/>
                  </a:lnTo>
                  <a:lnTo>
                    <a:pt x="375679" y="262301"/>
                  </a:lnTo>
                  <a:lnTo>
                    <a:pt x="406257" y="286035"/>
                  </a:lnTo>
                  <a:lnTo>
                    <a:pt x="430042" y="316545"/>
                  </a:lnTo>
                  <a:lnTo>
                    <a:pt x="447034" y="353825"/>
                  </a:lnTo>
                  <a:lnTo>
                    <a:pt x="457230" y="397875"/>
                  </a:lnTo>
                  <a:lnTo>
                    <a:pt x="460628" y="448690"/>
                  </a:lnTo>
                  <a:lnTo>
                    <a:pt x="460628" y="752474"/>
                  </a:lnTo>
                  <a:lnTo>
                    <a:pt x="312165" y="752474"/>
                  </a:lnTo>
                  <a:lnTo>
                    <a:pt x="312165" y="679576"/>
                  </a:lnTo>
                  <a:lnTo>
                    <a:pt x="310134" y="679576"/>
                  </a:lnTo>
                  <a:lnTo>
                    <a:pt x="281533" y="716914"/>
                  </a:lnTo>
                  <a:lnTo>
                    <a:pt x="246776" y="743584"/>
                  </a:lnTo>
                  <a:lnTo>
                    <a:pt x="205853" y="759586"/>
                  </a:lnTo>
                  <a:lnTo>
                    <a:pt x="158750" y="764920"/>
                  </a:lnTo>
                  <a:lnTo>
                    <a:pt x="123767" y="762301"/>
                  </a:lnTo>
                  <a:lnTo>
                    <a:pt x="65613" y="741346"/>
                  </a:lnTo>
                  <a:lnTo>
                    <a:pt x="23842" y="700240"/>
                  </a:lnTo>
                  <a:lnTo>
                    <a:pt x="2645" y="644269"/>
                  </a:lnTo>
                  <a:lnTo>
                    <a:pt x="0" y="610996"/>
                  </a:lnTo>
                  <a:lnTo>
                    <a:pt x="4867" y="565192"/>
                  </a:lnTo>
                  <a:lnTo>
                    <a:pt x="19468" y="526330"/>
                  </a:lnTo>
                  <a:lnTo>
                    <a:pt x="43799" y="494410"/>
                  </a:lnTo>
                  <a:lnTo>
                    <a:pt x="77855" y="469434"/>
                  </a:lnTo>
                  <a:lnTo>
                    <a:pt x="121634" y="451400"/>
                  </a:lnTo>
                  <a:lnTo>
                    <a:pt x="175133" y="440308"/>
                  </a:lnTo>
                  <a:lnTo>
                    <a:pt x="313182" y="421893"/>
                  </a:lnTo>
                  <a:lnTo>
                    <a:pt x="307536" y="385462"/>
                  </a:lnTo>
                  <a:lnTo>
                    <a:pt x="290591" y="359425"/>
                  </a:lnTo>
                  <a:lnTo>
                    <a:pt x="262336" y="343794"/>
                  </a:lnTo>
                  <a:lnTo>
                    <a:pt x="222758" y="338581"/>
                  </a:lnTo>
                  <a:lnTo>
                    <a:pt x="177946" y="341963"/>
                  </a:lnTo>
                  <a:lnTo>
                    <a:pt x="134207" y="352107"/>
                  </a:lnTo>
                  <a:lnTo>
                    <a:pt x="91563" y="369014"/>
                  </a:lnTo>
                  <a:lnTo>
                    <a:pt x="50037" y="392683"/>
                  </a:lnTo>
                  <a:lnTo>
                    <a:pt x="50037" y="274573"/>
                  </a:lnTo>
                  <a:lnTo>
                    <a:pt x="88868" y="258651"/>
                  </a:lnTo>
                  <a:lnTo>
                    <a:pt x="139700" y="244728"/>
                  </a:lnTo>
                  <a:lnTo>
                    <a:pt x="193976" y="235013"/>
                  </a:lnTo>
                  <a:lnTo>
                    <a:pt x="219227" y="232584"/>
                  </a:lnTo>
                  <a:lnTo>
                    <a:pt x="243204" y="231774"/>
                  </a:lnTo>
                  <a:close/>
                </a:path>
                <a:path w="1697990" h="765175">
                  <a:moveTo>
                    <a:pt x="1541018" y="0"/>
                  </a:moveTo>
                  <a:lnTo>
                    <a:pt x="1697863" y="0"/>
                  </a:lnTo>
                  <a:lnTo>
                    <a:pt x="1697863" y="752474"/>
                  </a:lnTo>
                  <a:lnTo>
                    <a:pt x="1541018" y="752474"/>
                  </a:lnTo>
                  <a:lnTo>
                    <a:pt x="1541018" y="682497"/>
                  </a:lnTo>
                  <a:lnTo>
                    <a:pt x="1538985" y="682497"/>
                  </a:lnTo>
                  <a:lnTo>
                    <a:pt x="1509077" y="718575"/>
                  </a:lnTo>
                  <a:lnTo>
                    <a:pt x="1472882" y="744331"/>
                  </a:lnTo>
                  <a:lnTo>
                    <a:pt x="1430400" y="759775"/>
                  </a:lnTo>
                  <a:lnTo>
                    <a:pt x="1381632" y="764920"/>
                  </a:lnTo>
                  <a:lnTo>
                    <a:pt x="1336321" y="760708"/>
                  </a:lnTo>
                  <a:lnTo>
                    <a:pt x="1295653" y="748077"/>
                  </a:lnTo>
                  <a:lnTo>
                    <a:pt x="1259653" y="727041"/>
                  </a:lnTo>
                  <a:lnTo>
                    <a:pt x="1228344" y="697610"/>
                  </a:lnTo>
                  <a:lnTo>
                    <a:pt x="1202914" y="660653"/>
                  </a:lnTo>
                  <a:lnTo>
                    <a:pt x="1184735" y="617029"/>
                  </a:lnTo>
                  <a:lnTo>
                    <a:pt x="1173819" y="566737"/>
                  </a:lnTo>
                  <a:lnTo>
                    <a:pt x="1170177" y="509777"/>
                  </a:lnTo>
                  <a:lnTo>
                    <a:pt x="1174178" y="449863"/>
                  </a:lnTo>
                  <a:lnTo>
                    <a:pt x="1186180" y="396224"/>
                  </a:lnTo>
                  <a:lnTo>
                    <a:pt x="1206182" y="348847"/>
                  </a:lnTo>
                  <a:lnTo>
                    <a:pt x="1234185" y="307720"/>
                  </a:lnTo>
                  <a:lnTo>
                    <a:pt x="1268739" y="274530"/>
                  </a:lnTo>
                  <a:lnTo>
                    <a:pt x="1308211" y="250793"/>
                  </a:lnTo>
                  <a:lnTo>
                    <a:pt x="1352611" y="236533"/>
                  </a:lnTo>
                  <a:lnTo>
                    <a:pt x="1401952" y="231774"/>
                  </a:lnTo>
                  <a:lnTo>
                    <a:pt x="1447385" y="236180"/>
                  </a:lnTo>
                  <a:lnTo>
                    <a:pt x="1485376" y="249396"/>
                  </a:lnTo>
                  <a:lnTo>
                    <a:pt x="1515913" y="271422"/>
                  </a:lnTo>
                  <a:lnTo>
                    <a:pt x="1538985" y="302259"/>
                  </a:lnTo>
                  <a:lnTo>
                    <a:pt x="1541018" y="302259"/>
                  </a:lnTo>
                  <a:lnTo>
                    <a:pt x="1541018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976751" y="5401436"/>
            <a:ext cx="5123180" cy="808990"/>
            <a:chOff x="3976751" y="5401436"/>
            <a:chExt cx="5123180" cy="808990"/>
          </a:xfrm>
        </p:grpSpPr>
        <p:sp>
          <p:nvSpPr>
            <p:cNvPr id="24" name="object 24"/>
            <p:cNvSpPr/>
            <p:nvPr/>
          </p:nvSpPr>
          <p:spPr>
            <a:xfrm>
              <a:off x="4003548" y="5428487"/>
              <a:ext cx="5096256" cy="78181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76751" y="5401436"/>
              <a:ext cx="5092700" cy="7786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620" y="6463165"/>
            <a:ext cx="1175385" cy="186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-180" dirty="0">
                <a:latin typeface="Arial Black"/>
                <a:cs typeface="Arial Black"/>
                <a:hlinkClick r:id="rId2"/>
              </a:rPr>
              <a:t>HARLLYNNE </a:t>
            </a:r>
            <a:r>
              <a:rPr sz="1100" spc="-45" dirty="0">
                <a:latin typeface="Arial Black"/>
                <a:cs typeface="Arial Black"/>
                <a:hlinkClick r:id="rId2"/>
              </a:rPr>
              <a:t>|</a:t>
            </a:r>
            <a:r>
              <a:rPr sz="1100" spc="-210" dirty="0">
                <a:latin typeface="Arial Black"/>
                <a:cs typeface="Arial Black"/>
                <a:hlinkClick r:id="rId2"/>
              </a:rPr>
              <a:t> </a:t>
            </a:r>
            <a:r>
              <a:rPr sz="1100" spc="-140" dirty="0">
                <a:latin typeface="Arial Black"/>
                <a:cs typeface="Arial Black"/>
                <a:hlinkClick r:id="rId2"/>
              </a:rPr>
              <a:t>2020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9961" y="0"/>
            <a:ext cx="2058670" cy="6858000"/>
          </a:xfrm>
          <a:custGeom>
            <a:avLst/>
            <a:gdLst/>
            <a:ahLst/>
            <a:cxnLst/>
            <a:rect l="l" t="t" r="r" b="b"/>
            <a:pathLst>
              <a:path w="2058670" h="6858000">
                <a:moveTo>
                  <a:pt x="0" y="3778757"/>
                </a:moveTo>
                <a:lnTo>
                  <a:pt x="254" y="3730531"/>
                </a:lnTo>
                <a:lnTo>
                  <a:pt x="1015" y="3682424"/>
                </a:lnTo>
                <a:lnTo>
                  <a:pt x="2280" y="3634441"/>
                </a:lnTo>
                <a:lnTo>
                  <a:pt x="4047" y="3586583"/>
                </a:lnTo>
                <a:lnTo>
                  <a:pt x="6313" y="3538853"/>
                </a:lnTo>
                <a:lnTo>
                  <a:pt x="9075" y="3491254"/>
                </a:lnTo>
                <a:lnTo>
                  <a:pt x="12332" y="3443787"/>
                </a:lnTo>
                <a:lnTo>
                  <a:pt x="16081" y="3396456"/>
                </a:lnTo>
                <a:lnTo>
                  <a:pt x="20318" y="3349263"/>
                </a:lnTo>
                <a:lnTo>
                  <a:pt x="25042" y="3302211"/>
                </a:lnTo>
                <a:lnTo>
                  <a:pt x="30250" y="3255301"/>
                </a:lnTo>
                <a:lnTo>
                  <a:pt x="35940" y="3208537"/>
                </a:lnTo>
                <a:lnTo>
                  <a:pt x="42109" y="3161921"/>
                </a:lnTo>
                <a:lnTo>
                  <a:pt x="48754" y="3115455"/>
                </a:lnTo>
                <a:lnTo>
                  <a:pt x="55873" y="3069142"/>
                </a:lnTo>
                <a:lnTo>
                  <a:pt x="63464" y="3022985"/>
                </a:lnTo>
                <a:lnTo>
                  <a:pt x="71524" y="2976986"/>
                </a:lnTo>
                <a:lnTo>
                  <a:pt x="80050" y="2931147"/>
                </a:lnTo>
                <a:lnTo>
                  <a:pt x="89040" y="2885471"/>
                </a:lnTo>
                <a:lnTo>
                  <a:pt x="98492" y="2839960"/>
                </a:lnTo>
                <a:lnTo>
                  <a:pt x="108402" y="2794618"/>
                </a:lnTo>
                <a:lnTo>
                  <a:pt x="118769" y="2749445"/>
                </a:lnTo>
                <a:lnTo>
                  <a:pt x="129589" y="2704446"/>
                </a:lnTo>
                <a:lnTo>
                  <a:pt x="140861" y="2659622"/>
                </a:lnTo>
                <a:lnTo>
                  <a:pt x="152582" y="2614976"/>
                </a:lnTo>
                <a:lnTo>
                  <a:pt x="164749" y="2570511"/>
                </a:lnTo>
                <a:lnTo>
                  <a:pt x="177360" y="2526228"/>
                </a:lnTo>
                <a:lnTo>
                  <a:pt x="190412" y="2482131"/>
                </a:lnTo>
                <a:lnTo>
                  <a:pt x="203902" y="2438222"/>
                </a:lnTo>
                <a:lnTo>
                  <a:pt x="217829" y="2394503"/>
                </a:lnTo>
                <a:lnTo>
                  <a:pt x="232190" y="2350977"/>
                </a:lnTo>
                <a:lnTo>
                  <a:pt x="246982" y="2307646"/>
                </a:lnTo>
                <a:lnTo>
                  <a:pt x="262202" y="2264514"/>
                </a:lnTo>
                <a:lnTo>
                  <a:pt x="277849" y="2221581"/>
                </a:lnTo>
                <a:lnTo>
                  <a:pt x="293920" y="2178852"/>
                </a:lnTo>
                <a:lnTo>
                  <a:pt x="310411" y="2136328"/>
                </a:lnTo>
                <a:lnTo>
                  <a:pt x="327321" y="2094012"/>
                </a:lnTo>
                <a:lnTo>
                  <a:pt x="344647" y="2051906"/>
                </a:lnTo>
                <a:lnTo>
                  <a:pt x="362387" y="2010013"/>
                </a:lnTo>
                <a:lnTo>
                  <a:pt x="380538" y="1968336"/>
                </a:lnTo>
                <a:lnTo>
                  <a:pt x="399097" y="1926876"/>
                </a:lnTo>
                <a:lnTo>
                  <a:pt x="418062" y="1885637"/>
                </a:lnTo>
                <a:lnTo>
                  <a:pt x="437431" y="1844621"/>
                </a:lnTo>
                <a:lnTo>
                  <a:pt x="457200" y="1803830"/>
                </a:lnTo>
                <a:lnTo>
                  <a:pt x="477369" y="1763267"/>
                </a:lnTo>
                <a:lnTo>
                  <a:pt x="497933" y="1722934"/>
                </a:lnTo>
                <a:lnTo>
                  <a:pt x="518890" y="1682834"/>
                </a:lnTo>
                <a:lnTo>
                  <a:pt x="540239" y="1642969"/>
                </a:lnTo>
                <a:lnTo>
                  <a:pt x="561975" y="1603343"/>
                </a:lnTo>
                <a:lnTo>
                  <a:pt x="584098" y="1563956"/>
                </a:lnTo>
                <a:lnTo>
                  <a:pt x="606604" y="1524813"/>
                </a:lnTo>
                <a:lnTo>
                  <a:pt x="629491" y="1485915"/>
                </a:lnTo>
                <a:lnTo>
                  <a:pt x="652756" y="1447265"/>
                </a:lnTo>
                <a:lnTo>
                  <a:pt x="676397" y="1408865"/>
                </a:lnTo>
                <a:lnTo>
                  <a:pt x="700411" y="1370718"/>
                </a:lnTo>
                <a:lnTo>
                  <a:pt x="724796" y="1332826"/>
                </a:lnTo>
                <a:lnTo>
                  <a:pt x="749549" y="1295192"/>
                </a:lnTo>
                <a:lnTo>
                  <a:pt x="774668" y="1257818"/>
                </a:lnTo>
                <a:lnTo>
                  <a:pt x="800150" y="1220708"/>
                </a:lnTo>
                <a:lnTo>
                  <a:pt x="825993" y="1183862"/>
                </a:lnTo>
                <a:lnTo>
                  <a:pt x="852194" y="1147285"/>
                </a:lnTo>
                <a:lnTo>
                  <a:pt x="878750" y="1110977"/>
                </a:lnTo>
                <a:lnTo>
                  <a:pt x="905660" y="1074943"/>
                </a:lnTo>
                <a:lnTo>
                  <a:pt x="932920" y="1039184"/>
                </a:lnTo>
                <a:lnTo>
                  <a:pt x="960528" y="1003702"/>
                </a:lnTo>
                <a:lnTo>
                  <a:pt x="988482" y="968501"/>
                </a:lnTo>
                <a:lnTo>
                  <a:pt x="1016779" y="933583"/>
                </a:lnTo>
                <a:lnTo>
                  <a:pt x="1045417" y="898950"/>
                </a:lnTo>
                <a:lnTo>
                  <a:pt x="1074392" y="864605"/>
                </a:lnTo>
                <a:lnTo>
                  <a:pt x="1103703" y="830550"/>
                </a:lnTo>
                <a:lnTo>
                  <a:pt x="1133347" y="796788"/>
                </a:lnTo>
                <a:lnTo>
                  <a:pt x="1163322" y="763321"/>
                </a:lnTo>
                <a:lnTo>
                  <a:pt x="1193624" y="730152"/>
                </a:lnTo>
                <a:lnTo>
                  <a:pt x="1224252" y="697284"/>
                </a:lnTo>
                <a:lnTo>
                  <a:pt x="1255203" y="664718"/>
                </a:lnTo>
                <a:lnTo>
                  <a:pt x="1286474" y="632457"/>
                </a:lnTo>
                <a:lnTo>
                  <a:pt x="1318063" y="600504"/>
                </a:lnTo>
                <a:lnTo>
                  <a:pt x="1349967" y="568862"/>
                </a:lnTo>
                <a:lnTo>
                  <a:pt x="1382184" y="537532"/>
                </a:lnTo>
                <a:lnTo>
                  <a:pt x="1414712" y="506517"/>
                </a:lnTo>
                <a:lnTo>
                  <a:pt x="1447547" y="475821"/>
                </a:lnTo>
                <a:lnTo>
                  <a:pt x="1480688" y="445444"/>
                </a:lnTo>
                <a:lnTo>
                  <a:pt x="1514131" y="415390"/>
                </a:lnTo>
                <a:lnTo>
                  <a:pt x="1547875" y="385662"/>
                </a:lnTo>
                <a:lnTo>
                  <a:pt x="1581916" y="356261"/>
                </a:lnTo>
                <a:lnTo>
                  <a:pt x="1616252" y="327191"/>
                </a:lnTo>
                <a:lnTo>
                  <a:pt x="1650882" y="298453"/>
                </a:lnTo>
                <a:lnTo>
                  <a:pt x="1685801" y="270051"/>
                </a:lnTo>
                <a:lnTo>
                  <a:pt x="1721008" y="241986"/>
                </a:lnTo>
                <a:lnTo>
                  <a:pt x="1756500" y="214261"/>
                </a:lnTo>
                <a:lnTo>
                  <a:pt x="1792275" y="186880"/>
                </a:lnTo>
                <a:lnTo>
                  <a:pt x="1828330" y="159843"/>
                </a:lnTo>
                <a:lnTo>
                  <a:pt x="1864662" y="133154"/>
                </a:lnTo>
                <a:lnTo>
                  <a:pt x="1901270" y="106816"/>
                </a:lnTo>
                <a:lnTo>
                  <a:pt x="1938150" y="80830"/>
                </a:lnTo>
                <a:lnTo>
                  <a:pt x="1975300" y="55200"/>
                </a:lnTo>
                <a:lnTo>
                  <a:pt x="2012718" y="29927"/>
                </a:lnTo>
                <a:lnTo>
                  <a:pt x="2050400" y="5014"/>
                </a:lnTo>
                <a:lnTo>
                  <a:pt x="2058151" y="0"/>
                </a:lnTo>
              </a:path>
              <a:path w="2058670" h="6858000">
                <a:moveTo>
                  <a:pt x="1222184" y="6857997"/>
                </a:moveTo>
                <a:lnTo>
                  <a:pt x="1193624" y="6827348"/>
                </a:lnTo>
                <a:lnTo>
                  <a:pt x="1163322" y="6794179"/>
                </a:lnTo>
                <a:lnTo>
                  <a:pt x="1133347" y="6760712"/>
                </a:lnTo>
                <a:lnTo>
                  <a:pt x="1103703" y="6726949"/>
                </a:lnTo>
                <a:lnTo>
                  <a:pt x="1074392" y="6692894"/>
                </a:lnTo>
                <a:lnTo>
                  <a:pt x="1045417" y="6658549"/>
                </a:lnTo>
                <a:lnTo>
                  <a:pt x="1016779" y="6623916"/>
                </a:lnTo>
                <a:lnTo>
                  <a:pt x="988482" y="6588998"/>
                </a:lnTo>
                <a:lnTo>
                  <a:pt x="960528" y="6553797"/>
                </a:lnTo>
                <a:lnTo>
                  <a:pt x="932920" y="6518315"/>
                </a:lnTo>
                <a:lnTo>
                  <a:pt x="905660" y="6482556"/>
                </a:lnTo>
                <a:lnTo>
                  <a:pt x="878750" y="6446521"/>
                </a:lnTo>
                <a:lnTo>
                  <a:pt x="852194" y="6410214"/>
                </a:lnTo>
                <a:lnTo>
                  <a:pt x="825993" y="6373636"/>
                </a:lnTo>
                <a:lnTo>
                  <a:pt x="800150" y="6336791"/>
                </a:lnTo>
                <a:lnTo>
                  <a:pt x="774668" y="6299680"/>
                </a:lnTo>
                <a:lnTo>
                  <a:pt x="749549" y="6262306"/>
                </a:lnTo>
                <a:lnTo>
                  <a:pt x="724796" y="6224672"/>
                </a:lnTo>
                <a:lnTo>
                  <a:pt x="700411" y="6186781"/>
                </a:lnTo>
                <a:lnTo>
                  <a:pt x="676397" y="6148633"/>
                </a:lnTo>
                <a:lnTo>
                  <a:pt x="652756" y="6110233"/>
                </a:lnTo>
                <a:lnTo>
                  <a:pt x="629491" y="6071583"/>
                </a:lnTo>
                <a:lnTo>
                  <a:pt x="606604" y="6032685"/>
                </a:lnTo>
                <a:lnTo>
                  <a:pt x="584098" y="5993542"/>
                </a:lnTo>
                <a:lnTo>
                  <a:pt x="561975" y="5954155"/>
                </a:lnTo>
                <a:lnTo>
                  <a:pt x="540239" y="5914529"/>
                </a:lnTo>
                <a:lnTo>
                  <a:pt x="518890" y="5874664"/>
                </a:lnTo>
                <a:lnTo>
                  <a:pt x="497933" y="5834564"/>
                </a:lnTo>
                <a:lnTo>
                  <a:pt x="477369" y="5794232"/>
                </a:lnTo>
                <a:lnTo>
                  <a:pt x="457200" y="5753669"/>
                </a:lnTo>
                <a:lnTo>
                  <a:pt x="437431" y="5712878"/>
                </a:lnTo>
                <a:lnTo>
                  <a:pt x="418062" y="5671862"/>
                </a:lnTo>
                <a:lnTo>
                  <a:pt x="399097" y="5630622"/>
                </a:lnTo>
                <a:lnTo>
                  <a:pt x="380538" y="5589163"/>
                </a:lnTo>
                <a:lnTo>
                  <a:pt x="362387" y="5547486"/>
                </a:lnTo>
                <a:lnTo>
                  <a:pt x="344647" y="5505593"/>
                </a:lnTo>
                <a:lnTo>
                  <a:pt x="327321" y="5463487"/>
                </a:lnTo>
                <a:lnTo>
                  <a:pt x="310411" y="5421171"/>
                </a:lnTo>
                <a:lnTo>
                  <a:pt x="293920" y="5378648"/>
                </a:lnTo>
                <a:lnTo>
                  <a:pt x="277849" y="5335918"/>
                </a:lnTo>
                <a:lnTo>
                  <a:pt x="262202" y="5292986"/>
                </a:lnTo>
                <a:lnTo>
                  <a:pt x="246982" y="5249854"/>
                </a:lnTo>
                <a:lnTo>
                  <a:pt x="232190" y="5206524"/>
                </a:lnTo>
                <a:lnTo>
                  <a:pt x="217829" y="5162998"/>
                </a:lnTo>
                <a:lnTo>
                  <a:pt x="203902" y="5119279"/>
                </a:lnTo>
                <a:lnTo>
                  <a:pt x="190412" y="5075370"/>
                </a:lnTo>
                <a:lnTo>
                  <a:pt x="177360" y="5031273"/>
                </a:lnTo>
                <a:lnTo>
                  <a:pt x="164749" y="4986991"/>
                </a:lnTo>
                <a:lnTo>
                  <a:pt x="152582" y="4942526"/>
                </a:lnTo>
                <a:lnTo>
                  <a:pt x="140861" y="4897880"/>
                </a:lnTo>
                <a:lnTo>
                  <a:pt x="129589" y="4853057"/>
                </a:lnTo>
                <a:lnTo>
                  <a:pt x="118769" y="4808058"/>
                </a:lnTo>
                <a:lnTo>
                  <a:pt x="108402" y="4762886"/>
                </a:lnTo>
                <a:lnTo>
                  <a:pt x="98492" y="4717544"/>
                </a:lnTo>
                <a:lnTo>
                  <a:pt x="89040" y="4672033"/>
                </a:lnTo>
                <a:lnTo>
                  <a:pt x="80050" y="4626358"/>
                </a:lnTo>
                <a:lnTo>
                  <a:pt x="71524" y="4580519"/>
                </a:lnTo>
                <a:lnTo>
                  <a:pt x="63464" y="4534520"/>
                </a:lnTo>
                <a:lnTo>
                  <a:pt x="55873" y="4488364"/>
                </a:lnTo>
                <a:lnTo>
                  <a:pt x="48754" y="4442051"/>
                </a:lnTo>
                <a:lnTo>
                  <a:pt x="42109" y="4395586"/>
                </a:lnTo>
                <a:lnTo>
                  <a:pt x="35940" y="4348970"/>
                </a:lnTo>
                <a:lnTo>
                  <a:pt x="30250" y="4302207"/>
                </a:lnTo>
                <a:lnTo>
                  <a:pt x="25042" y="4255298"/>
                </a:lnTo>
                <a:lnTo>
                  <a:pt x="20318" y="4208246"/>
                </a:lnTo>
                <a:lnTo>
                  <a:pt x="16081" y="4161053"/>
                </a:lnTo>
                <a:lnTo>
                  <a:pt x="12332" y="4113723"/>
                </a:lnTo>
                <a:lnTo>
                  <a:pt x="9075" y="4066257"/>
                </a:lnTo>
                <a:lnTo>
                  <a:pt x="6313" y="4018658"/>
                </a:lnTo>
                <a:lnTo>
                  <a:pt x="4047" y="3970929"/>
                </a:lnTo>
                <a:lnTo>
                  <a:pt x="2280" y="3923072"/>
                </a:lnTo>
                <a:lnTo>
                  <a:pt x="1015" y="3875089"/>
                </a:lnTo>
                <a:lnTo>
                  <a:pt x="254" y="3826984"/>
                </a:lnTo>
                <a:lnTo>
                  <a:pt x="0" y="3778757"/>
                </a:lnTo>
              </a:path>
              <a:path w="2058670" h="6858000">
                <a:moveTo>
                  <a:pt x="0" y="3778757"/>
                </a:moveTo>
                <a:lnTo>
                  <a:pt x="254" y="3730531"/>
                </a:lnTo>
                <a:lnTo>
                  <a:pt x="1015" y="3682424"/>
                </a:lnTo>
                <a:lnTo>
                  <a:pt x="2280" y="3634441"/>
                </a:lnTo>
                <a:lnTo>
                  <a:pt x="4047" y="3586583"/>
                </a:lnTo>
                <a:lnTo>
                  <a:pt x="6313" y="3538853"/>
                </a:lnTo>
                <a:lnTo>
                  <a:pt x="9075" y="3491254"/>
                </a:lnTo>
                <a:lnTo>
                  <a:pt x="12332" y="3443787"/>
                </a:lnTo>
                <a:lnTo>
                  <a:pt x="16081" y="3396456"/>
                </a:lnTo>
                <a:lnTo>
                  <a:pt x="20318" y="3349263"/>
                </a:lnTo>
                <a:lnTo>
                  <a:pt x="25042" y="3302211"/>
                </a:lnTo>
                <a:lnTo>
                  <a:pt x="30250" y="3255301"/>
                </a:lnTo>
                <a:lnTo>
                  <a:pt x="35940" y="3208537"/>
                </a:lnTo>
                <a:lnTo>
                  <a:pt x="42109" y="3161921"/>
                </a:lnTo>
                <a:lnTo>
                  <a:pt x="48754" y="3115455"/>
                </a:lnTo>
                <a:lnTo>
                  <a:pt x="55873" y="3069142"/>
                </a:lnTo>
                <a:lnTo>
                  <a:pt x="63464" y="3022985"/>
                </a:lnTo>
                <a:lnTo>
                  <a:pt x="71524" y="2976986"/>
                </a:lnTo>
                <a:lnTo>
                  <a:pt x="80050" y="2931147"/>
                </a:lnTo>
                <a:lnTo>
                  <a:pt x="89040" y="2885471"/>
                </a:lnTo>
                <a:lnTo>
                  <a:pt x="98492" y="2839960"/>
                </a:lnTo>
                <a:lnTo>
                  <a:pt x="108402" y="2794618"/>
                </a:lnTo>
                <a:lnTo>
                  <a:pt x="118769" y="2749445"/>
                </a:lnTo>
                <a:lnTo>
                  <a:pt x="129589" y="2704446"/>
                </a:lnTo>
                <a:lnTo>
                  <a:pt x="140861" y="2659622"/>
                </a:lnTo>
                <a:lnTo>
                  <a:pt x="152582" y="2614976"/>
                </a:lnTo>
                <a:lnTo>
                  <a:pt x="164749" y="2570511"/>
                </a:lnTo>
                <a:lnTo>
                  <a:pt x="177360" y="2526228"/>
                </a:lnTo>
                <a:lnTo>
                  <a:pt x="190412" y="2482131"/>
                </a:lnTo>
                <a:lnTo>
                  <a:pt x="203902" y="2438222"/>
                </a:lnTo>
                <a:lnTo>
                  <a:pt x="217829" y="2394503"/>
                </a:lnTo>
                <a:lnTo>
                  <a:pt x="232190" y="2350977"/>
                </a:lnTo>
                <a:lnTo>
                  <a:pt x="246982" y="2307646"/>
                </a:lnTo>
                <a:lnTo>
                  <a:pt x="262202" y="2264514"/>
                </a:lnTo>
                <a:lnTo>
                  <a:pt x="277849" y="2221581"/>
                </a:lnTo>
                <a:lnTo>
                  <a:pt x="293920" y="2178852"/>
                </a:lnTo>
                <a:lnTo>
                  <a:pt x="310411" y="2136328"/>
                </a:lnTo>
                <a:lnTo>
                  <a:pt x="327321" y="2094012"/>
                </a:lnTo>
                <a:lnTo>
                  <a:pt x="344647" y="2051906"/>
                </a:lnTo>
                <a:lnTo>
                  <a:pt x="362387" y="2010013"/>
                </a:lnTo>
                <a:lnTo>
                  <a:pt x="380538" y="1968336"/>
                </a:lnTo>
                <a:lnTo>
                  <a:pt x="399097" y="1926876"/>
                </a:lnTo>
                <a:lnTo>
                  <a:pt x="418062" y="1885637"/>
                </a:lnTo>
                <a:lnTo>
                  <a:pt x="437431" y="1844621"/>
                </a:lnTo>
                <a:lnTo>
                  <a:pt x="457200" y="1803830"/>
                </a:lnTo>
                <a:lnTo>
                  <a:pt x="477369" y="1763267"/>
                </a:lnTo>
                <a:lnTo>
                  <a:pt x="497933" y="1722934"/>
                </a:lnTo>
                <a:lnTo>
                  <a:pt x="518890" y="1682834"/>
                </a:lnTo>
                <a:lnTo>
                  <a:pt x="540239" y="1642969"/>
                </a:lnTo>
                <a:lnTo>
                  <a:pt x="561975" y="1603343"/>
                </a:lnTo>
                <a:lnTo>
                  <a:pt x="584098" y="1563956"/>
                </a:lnTo>
                <a:lnTo>
                  <a:pt x="606604" y="1524813"/>
                </a:lnTo>
                <a:lnTo>
                  <a:pt x="629491" y="1485915"/>
                </a:lnTo>
                <a:lnTo>
                  <a:pt x="652756" y="1447265"/>
                </a:lnTo>
                <a:lnTo>
                  <a:pt x="676397" y="1408865"/>
                </a:lnTo>
                <a:lnTo>
                  <a:pt x="700411" y="1370718"/>
                </a:lnTo>
                <a:lnTo>
                  <a:pt x="724796" y="1332826"/>
                </a:lnTo>
                <a:lnTo>
                  <a:pt x="749549" y="1295192"/>
                </a:lnTo>
                <a:lnTo>
                  <a:pt x="774668" y="1257818"/>
                </a:lnTo>
                <a:lnTo>
                  <a:pt x="800150" y="1220708"/>
                </a:lnTo>
                <a:lnTo>
                  <a:pt x="825993" y="1183862"/>
                </a:lnTo>
                <a:lnTo>
                  <a:pt x="852194" y="1147285"/>
                </a:lnTo>
                <a:lnTo>
                  <a:pt x="878750" y="1110977"/>
                </a:lnTo>
                <a:lnTo>
                  <a:pt x="905660" y="1074943"/>
                </a:lnTo>
                <a:lnTo>
                  <a:pt x="932920" y="1039184"/>
                </a:lnTo>
                <a:lnTo>
                  <a:pt x="960528" y="1003702"/>
                </a:lnTo>
                <a:lnTo>
                  <a:pt x="988482" y="968501"/>
                </a:lnTo>
                <a:lnTo>
                  <a:pt x="1016779" y="933583"/>
                </a:lnTo>
                <a:lnTo>
                  <a:pt x="1045417" y="898950"/>
                </a:lnTo>
                <a:lnTo>
                  <a:pt x="1074392" y="864605"/>
                </a:lnTo>
                <a:lnTo>
                  <a:pt x="1103703" y="830550"/>
                </a:lnTo>
                <a:lnTo>
                  <a:pt x="1133347" y="796788"/>
                </a:lnTo>
                <a:lnTo>
                  <a:pt x="1163322" y="763321"/>
                </a:lnTo>
                <a:lnTo>
                  <a:pt x="1193624" y="730152"/>
                </a:lnTo>
                <a:lnTo>
                  <a:pt x="1224252" y="697284"/>
                </a:lnTo>
                <a:lnTo>
                  <a:pt x="1255203" y="664718"/>
                </a:lnTo>
                <a:lnTo>
                  <a:pt x="1286474" y="632457"/>
                </a:lnTo>
                <a:lnTo>
                  <a:pt x="1318063" y="600504"/>
                </a:lnTo>
                <a:lnTo>
                  <a:pt x="1349967" y="568862"/>
                </a:lnTo>
                <a:lnTo>
                  <a:pt x="1382184" y="537532"/>
                </a:lnTo>
                <a:lnTo>
                  <a:pt x="1414712" y="506517"/>
                </a:lnTo>
                <a:lnTo>
                  <a:pt x="1447547" y="475821"/>
                </a:lnTo>
                <a:lnTo>
                  <a:pt x="1480688" y="445444"/>
                </a:lnTo>
                <a:lnTo>
                  <a:pt x="1514131" y="415390"/>
                </a:lnTo>
                <a:lnTo>
                  <a:pt x="1547875" y="385662"/>
                </a:lnTo>
                <a:lnTo>
                  <a:pt x="1581916" y="356261"/>
                </a:lnTo>
                <a:lnTo>
                  <a:pt x="1616252" y="327191"/>
                </a:lnTo>
                <a:lnTo>
                  <a:pt x="1650882" y="298453"/>
                </a:lnTo>
                <a:lnTo>
                  <a:pt x="1685801" y="270051"/>
                </a:lnTo>
                <a:lnTo>
                  <a:pt x="1721008" y="241986"/>
                </a:lnTo>
                <a:lnTo>
                  <a:pt x="1756500" y="214261"/>
                </a:lnTo>
                <a:lnTo>
                  <a:pt x="1792275" y="186880"/>
                </a:lnTo>
                <a:lnTo>
                  <a:pt x="1828330" y="159843"/>
                </a:lnTo>
                <a:lnTo>
                  <a:pt x="1864662" y="133154"/>
                </a:lnTo>
                <a:lnTo>
                  <a:pt x="1901270" y="106816"/>
                </a:lnTo>
                <a:lnTo>
                  <a:pt x="1938150" y="80830"/>
                </a:lnTo>
                <a:lnTo>
                  <a:pt x="1975300" y="55200"/>
                </a:lnTo>
                <a:lnTo>
                  <a:pt x="2012718" y="29927"/>
                </a:lnTo>
                <a:lnTo>
                  <a:pt x="2050400" y="5014"/>
                </a:lnTo>
                <a:lnTo>
                  <a:pt x="2058151" y="0"/>
                </a:lnTo>
              </a:path>
              <a:path w="2058670" h="6858000">
                <a:moveTo>
                  <a:pt x="1222184" y="6857997"/>
                </a:moveTo>
                <a:lnTo>
                  <a:pt x="1193624" y="6827348"/>
                </a:lnTo>
                <a:lnTo>
                  <a:pt x="1163322" y="6794179"/>
                </a:lnTo>
                <a:lnTo>
                  <a:pt x="1133347" y="6760712"/>
                </a:lnTo>
                <a:lnTo>
                  <a:pt x="1103703" y="6726949"/>
                </a:lnTo>
                <a:lnTo>
                  <a:pt x="1074392" y="6692894"/>
                </a:lnTo>
                <a:lnTo>
                  <a:pt x="1045417" y="6658549"/>
                </a:lnTo>
                <a:lnTo>
                  <a:pt x="1016779" y="6623916"/>
                </a:lnTo>
                <a:lnTo>
                  <a:pt x="988482" y="6588998"/>
                </a:lnTo>
                <a:lnTo>
                  <a:pt x="960528" y="6553797"/>
                </a:lnTo>
                <a:lnTo>
                  <a:pt x="932920" y="6518315"/>
                </a:lnTo>
                <a:lnTo>
                  <a:pt x="905660" y="6482556"/>
                </a:lnTo>
                <a:lnTo>
                  <a:pt x="878750" y="6446521"/>
                </a:lnTo>
                <a:lnTo>
                  <a:pt x="852194" y="6410214"/>
                </a:lnTo>
                <a:lnTo>
                  <a:pt x="825993" y="6373636"/>
                </a:lnTo>
                <a:lnTo>
                  <a:pt x="800150" y="6336791"/>
                </a:lnTo>
                <a:lnTo>
                  <a:pt x="774668" y="6299680"/>
                </a:lnTo>
                <a:lnTo>
                  <a:pt x="749549" y="6262306"/>
                </a:lnTo>
                <a:lnTo>
                  <a:pt x="724796" y="6224672"/>
                </a:lnTo>
                <a:lnTo>
                  <a:pt x="700411" y="6186781"/>
                </a:lnTo>
                <a:lnTo>
                  <a:pt x="676397" y="6148633"/>
                </a:lnTo>
                <a:lnTo>
                  <a:pt x="652756" y="6110233"/>
                </a:lnTo>
                <a:lnTo>
                  <a:pt x="629491" y="6071583"/>
                </a:lnTo>
                <a:lnTo>
                  <a:pt x="606604" y="6032685"/>
                </a:lnTo>
                <a:lnTo>
                  <a:pt x="584098" y="5993542"/>
                </a:lnTo>
                <a:lnTo>
                  <a:pt x="561975" y="5954155"/>
                </a:lnTo>
                <a:lnTo>
                  <a:pt x="540239" y="5914529"/>
                </a:lnTo>
                <a:lnTo>
                  <a:pt x="518890" y="5874664"/>
                </a:lnTo>
                <a:lnTo>
                  <a:pt x="497933" y="5834564"/>
                </a:lnTo>
                <a:lnTo>
                  <a:pt x="477369" y="5794232"/>
                </a:lnTo>
                <a:lnTo>
                  <a:pt x="457200" y="5753669"/>
                </a:lnTo>
                <a:lnTo>
                  <a:pt x="437431" y="5712878"/>
                </a:lnTo>
                <a:lnTo>
                  <a:pt x="418062" y="5671862"/>
                </a:lnTo>
                <a:lnTo>
                  <a:pt x="399097" y="5630622"/>
                </a:lnTo>
                <a:lnTo>
                  <a:pt x="380538" y="5589163"/>
                </a:lnTo>
                <a:lnTo>
                  <a:pt x="362387" y="5547486"/>
                </a:lnTo>
                <a:lnTo>
                  <a:pt x="344647" y="5505593"/>
                </a:lnTo>
                <a:lnTo>
                  <a:pt x="327321" y="5463487"/>
                </a:lnTo>
                <a:lnTo>
                  <a:pt x="310411" y="5421171"/>
                </a:lnTo>
                <a:lnTo>
                  <a:pt x="293920" y="5378648"/>
                </a:lnTo>
                <a:lnTo>
                  <a:pt x="277849" y="5335918"/>
                </a:lnTo>
                <a:lnTo>
                  <a:pt x="262202" y="5292986"/>
                </a:lnTo>
                <a:lnTo>
                  <a:pt x="246982" y="5249854"/>
                </a:lnTo>
                <a:lnTo>
                  <a:pt x="232190" y="5206524"/>
                </a:lnTo>
                <a:lnTo>
                  <a:pt x="217829" y="5162998"/>
                </a:lnTo>
                <a:lnTo>
                  <a:pt x="203902" y="5119279"/>
                </a:lnTo>
                <a:lnTo>
                  <a:pt x="190412" y="5075370"/>
                </a:lnTo>
                <a:lnTo>
                  <a:pt x="177360" y="5031273"/>
                </a:lnTo>
                <a:lnTo>
                  <a:pt x="164749" y="4986991"/>
                </a:lnTo>
                <a:lnTo>
                  <a:pt x="152582" y="4942526"/>
                </a:lnTo>
                <a:lnTo>
                  <a:pt x="140861" y="4897880"/>
                </a:lnTo>
                <a:lnTo>
                  <a:pt x="129589" y="4853057"/>
                </a:lnTo>
                <a:lnTo>
                  <a:pt x="118769" y="4808058"/>
                </a:lnTo>
                <a:lnTo>
                  <a:pt x="108402" y="4762886"/>
                </a:lnTo>
                <a:lnTo>
                  <a:pt x="98492" y="4717544"/>
                </a:lnTo>
                <a:lnTo>
                  <a:pt x="89040" y="4672033"/>
                </a:lnTo>
                <a:lnTo>
                  <a:pt x="80050" y="4626358"/>
                </a:lnTo>
                <a:lnTo>
                  <a:pt x="71524" y="4580519"/>
                </a:lnTo>
                <a:lnTo>
                  <a:pt x="63464" y="4534520"/>
                </a:lnTo>
                <a:lnTo>
                  <a:pt x="55873" y="4488364"/>
                </a:lnTo>
                <a:lnTo>
                  <a:pt x="48754" y="4442051"/>
                </a:lnTo>
                <a:lnTo>
                  <a:pt x="42109" y="4395586"/>
                </a:lnTo>
                <a:lnTo>
                  <a:pt x="35940" y="4348970"/>
                </a:lnTo>
                <a:lnTo>
                  <a:pt x="30250" y="4302207"/>
                </a:lnTo>
                <a:lnTo>
                  <a:pt x="25042" y="4255298"/>
                </a:lnTo>
                <a:lnTo>
                  <a:pt x="20318" y="4208246"/>
                </a:lnTo>
                <a:lnTo>
                  <a:pt x="16081" y="4161053"/>
                </a:lnTo>
                <a:lnTo>
                  <a:pt x="12332" y="4113723"/>
                </a:lnTo>
                <a:lnTo>
                  <a:pt x="9075" y="4066257"/>
                </a:lnTo>
                <a:lnTo>
                  <a:pt x="6313" y="4018658"/>
                </a:lnTo>
                <a:lnTo>
                  <a:pt x="4047" y="3970929"/>
                </a:lnTo>
                <a:lnTo>
                  <a:pt x="2280" y="3923072"/>
                </a:lnTo>
                <a:lnTo>
                  <a:pt x="1015" y="3875089"/>
                </a:lnTo>
                <a:lnTo>
                  <a:pt x="254" y="3826984"/>
                </a:lnTo>
                <a:lnTo>
                  <a:pt x="0" y="3778757"/>
                </a:lnTo>
              </a:path>
            </a:pathLst>
          </a:custGeom>
          <a:ln w="19812">
            <a:solidFill>
              <a:srgbClr val="75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97245" y="0"/>
            <a:ext cx="4441570" cy="6877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961" y="0"/>
            <a:ext cx="2058670" cy="6858000"/>
          </a:xfrm>
          <a:custGeom>
            <a:avLst/>
            <a:gdLst/>
            <a:ahLst/>
            <a:cxnLst/>
            <a:rect l="l" t="t" r="r" b="b"/>
            <a:pathLst>
              <a:path w="2058670" h="6858000">
                <a:moveTo>
                  <a:pt x="0" y="3778757"/>
                </a:moveTo>
                <a:lnTo>
                  <a:pt x="254" y="3730531"/>
                </a:lnTo>
                <a:lnTo>
                  <a:pt x="1015" y="3682424"/>
                </a:lnTo>
                <a:lnTo>
                  <a:pt x="2280" y="3634441"/>
                </a:lnTo>
                <a:lnTo>
                  <a:pt x="4047" y="3586583"/>
                </a:lnTo>
                <a:lnTo>
                  <a:pt x="6313" y="3538853"/>
                </a:lnTo>
                <a:lnTo>
                  <a:pt x="9075" y="3491254"/>
                </a:lnTo>
                <a:lnTo>
                  <a:pt x="12332" y="3443787"/>
                </a:lnTo>
                <a:lnTo>
                  <a:pt x="16081" y="3396456"/>
                </a:lnTo>
                <a:lnTo>
                  <a:pt x="20318" y="3349263"/>
                </a:lnTo>
                <a:lnTo>
                  <a:pt x="25042" y="3302211"/>
                </a:lnTo>
                <a:lnTo>
                  <a:pt x="30250" y="3255301"/>
                </a:lnTo>
                <a:lnTo>
                  <a:pt x="35940" y="3208537"/>
                </a:lnTo>
                <a:lnTo>
                  <a:pt x="42109" y="3161921"/>
                </a:lnTo>
                <a:lnTo>
                  <a:pt x="48754" y="3115455"/>
                </a:lnTo>
                <a:lnTo>
                  <a:pt x="55873" y="3069142"/>
                </a:lnTo>
                <a:lnTo>
                  <a:pt x="63464" y="3022985"/>
                </a:lnTo>
                <a:lnTo>
                  <a:pt x="71524" y="2976986"/>
                </a:lnTo>
                <a:lnTo>
                  <a:pt x="80050" y="2931147"/>
                </a:lnTo>
                <a:lnTo>
                  <a:pt x="89040" y="2885471"/>
                </a:lnTo>
                <a:lnTo>
                  <a:pt x="98492" y="2839960"/>
                </a:lnTo>
                <a:lnTo>
                  <a:pt x="108402" y="2794618"/>
                </a:lnTo>
                <a:lnTo>
                  <a:pt x="118769" y="2749445"/>
                </a:lnTo>
                <a:lnTo>
                  <a:pt x="129589" y="2704446"/>
                </a:lnTo>
                <a:lnTo>
                  <a:pt x="140861" y="2659622"/>
                </a:lnTo>
                <a:lnTo>
                  <a:pt x="152582" y="2614976"/>
                </a:lnTo>
                <a:lnTo>
                  <a:pt x="164749" y="2570511"/>
                </a:lnTo>
                <a:lnTo>
                  <a:pt x="177360" y="2526228"/>
                </a:lnTo>
                <a:lnTo>
                  <a:pt x="190412" y="2482131"/>
                </a:lnTo>
                <a:lnTo>
                  <a:pt x="203902" y="2438222"/>
                </a:lnTo>
                <a:lnTo>
                  <a:pt x="217829" y="2394503"/>
                </a:lnTo>
                <a:lnTo>
                  <a:pt x="232190" y="2350977"/>
                </a:lnTo>
                <a:lnTo>
                  <a:pt x="246982" y="2307646"/>
                </a:lnTo>
                <a:lnTo>
                  <a:pt x="262202" y="2264514"/>
                </a:lnTo>
                <a:lnTo>
                  <a:pt x="277849" y="2221581"/>
                </a:lnTo>
                <a:lnTo>
                  <a:pt x="293920" y="2178852"/>
                </a:lnTo>
                <a:lnTo>
                  <a:pt x="310411" y="2136328"/>
                </a:lnTo>
                <a:lnTo>
                  <a:pt x="327321" y="2094012"/>
                </a:lnTo>
                <a:lnTo>
                  <a:pt x="344647" y="2051906"/>
                </a:lnTo>
                <a:lnTo>
                  <a:pt x="362387" y="2010013"/>
                </a:lnTo>
                <a:lnTo>
                  <a:pt x="380538" y="1968336"/>
                </a:lnTo>
                <a:lnTo>
                  <a:pt x="399097" y="1926876"/>
                </a:lnTo>
                <a:lnTo>
                  <a:pt x="418062" y="1885637"/>
                </a:lnTo>
                <a:lnTo>
                  <a:pt x="437431" y="1844621"/>
                </a:lnTo>
                <a:lnTo>
                  <a:pt x="457200" y="1803830"/>
                </a:lnTo>
                <a:lnTo>
                  <a:pt x="477369" y="1763267"/>
                </a:lnTo>
                <a:lnTo>
                  <a:pt x="497933" y="1722934"/>
                </a:lnTo>
                <a:lnTo>
                  <a:pt x="518890" y="1682834"/>
                </a:lnTo>
                <a:lnTo>
                  <a:pt x="540239" y="1642969"/>
                </a:lnTo>
                <a:lnTo>
                  <a:pt x="561975" y="1603343"/>
                </a:lnTo>
                <a:lnTo>
                  <a:pt x="584098" y="1563956"/>
                </a:lnTo>
                <a:lnTo>
                  <a:pt x="606604" y="1524813"/>
                </a:lnTo>
                <a:lnTo>
                  <a:pt x="629491" y="1485915"/>
                </a:lnTo>
                <a:lnTo>
                  <a:pt x="652756" y="1447265"/>
                </a:lnTo>
                <a:lnTo>
                  <a:pt x="676397" y="1408865"/>
                </a:lnTo>
                <a:lnTo>
                  <a:pt x="700411" y="1370718"/>
                </a:lnTo>
                <a:lnTo>
                  <a:pt x="724796" y="1332826"/>
                </a:lnTo>
                <a:lnTo>
                  <a:pt x="749549" y="1295192"/>
                </a:lnTo>
                <a:lnTo>
                  <a:pt x="774668" y="1257818"/>
                </a:lnTo>
                <a:lnTo>
                  <a:pt x="800150" y="1220708"/>
                </a:lnTo>
                <a:lnTo>
                  <a:pt x="825993" y="1183862"/>
                </a:lnTo>
                <a:lnTo>
                  <a:pt x="852194" y="1147285"/>
                </a:lnTo>
                <a:lnTo>
                  <a:pt x="878750" y="1110977"/>
                </a:lnTo>
                <a:lnTo>
                  <a:pt x="905660" y="1074943"/>
                </a:lnTo>
                <a:lnTo>
                  <a:pt x="932920" y="1039184"/>
                </a:lnTo>
                <a:lnTo>
                  <a:pt x="960528" y="1003702"/>
                </a:lnTo>
                <a:lnTo>
                  <a:pt x="988482" y="968501"/>
                </a:lnTo>
                <a:lnTo>
                  <a:pt x="1016779" y="933583"/>
                </a:lnTo>
                <a:lnTo>
                  <a:pt x="1045417" y="898950"/>
                </a:lnTo>
                <a:lnTo>
                  <a:pt x="1074392" y="864605"/>
                </a:lnTo>
                <a:lnTo>
                  <a:pt x="1103703" y="830550"/>
                </a:lnTo>
                <a:lnTo>
                  <a:pt x="1133347" y="796788"/>
                </a:lnTo>
                <a:lnTo>
                  <a:pt x="1163322" y="763321"/>
                </a:lnTo>
                <a:lnTo>
                  <a:pt x="1193624" y="730152"/>
                </a:lnTo>
                <a:lnTo>
                  <a:pt x="1224252" y="697284"/>
                </a:lnTo>
                <a:lnTo>
                  <a:pt x="1255203" y="664718"/>
                </a:lnTo>
                <a:lnTo>
                  <a:pt x="1286474" y="632457"/>
                </a:lnTo>
                <a:lnTo>
                  <a:pt x="1318063" y="600504"/>
                </a:lnTo>
                <a:lnTo>
                  <a:pt x="1349967" y="568862"/>
                </a:lnTo>
                <a:lnTo>
                  <a:pt x="1382184" y="537532"/>
                </a:lnTo>
                <a:lnTo>
                  <a:pt x="1414712" y="506517"/>
                </a:lnTo>
                <a:lnTo>
                  <a:pt x="1447547" y="475821"/>
                </a:lnTo>
                <a:lnTo>
                  <a:pt x="1480688" y="445444"/>
                </a:lnTo>
                <a:lnTo>
                  <a:pt x="1514131" y="415390"/>
                </a:lnTo>
                <a:lnTo>
                  <a:pt x="1547875" y="385662"/>
                </a:lnTo>
                <a:lnTo>
                  <a:pt x="1581916" y="356261"/>
                </a:lnTo>
                <a:lnTo>
                  <a:pt x="1616252" y="327191"/>
                </a:lnTo>
                <a:lnTo>
                  <a:pt x="1650882" y="298453"/>
                </a:lnTo>
                <a:lnTo>
                  <a:pt x="1685801" y="270051"/>
                </a:lnTo>
                <a:lnTo>
                  <a:pt x="1721008" y="241986"/>
                </a:lnTo>
                <a:lnTo>
                  <a:pt x="1756500" y="214261"/>
                </a:lnTo>
                <a:lnTo>
                  <a:pt x="1792275" y="186880"/>
                </a:lnTo>
                <a:lnTo>
                  <a:pt x="1828330" y="159843"/>
                </a:lnTo>
                <a:lnTo>
                  <a:pt x="1864662" y="133154"/>
                </a:lnTo>
                <a:lnTo>
                  <a:pt x="1901270" y="106816"/>
                </a:lnTo>
                <a:lnTo>
                  <a:pt x="1938150" y="80830"/>
                </a:lnTo>
                <a:lnTo>
                  <a:pt x="1975300" y="55200"/>
                </a:lnTo>
                <a:lnTo>
                  <a:pt x="2012718" y="29927"/>
                </a:lnTo>
                <a:lnTo>
                  <a:pt x="2050400" y="5014"/>
                </a:lnTo>
                <a:lnTo>
                  <a:pt x="2058151" y="0"/>
                </a:lnTo>
              </a:path>
              <a:path w="2058670" h="6858000">
                <a:moveTo>
                  <a:pt x="1222184" y="6857997"/>
                </a:moveTo>
                <a:lnTo>
                  <a:pt x="1193624" y="6827348"/>
                </a:lnTo>
                <a:lnTo>
                  <a:pt x="1163322" y="6794179"/>
                </a:lnTo>
                <a:lnTo>
                  <a:pt x="1133347" y="6760712"/>
                </a:lnTo>
                <a:lnTo>
                  <a:pt x="1103703" y="6726949"/>
                </a:lnTo>
                <a:lnTo>
                  <a:pt x="1074392" y="6692894"/>
                </a:lnTo>
                <a:lnTo>
                  <a:pt x="1045417" y="6658549"/>
                </a:lnTo>
                <a:lnTo>
                  <a:pt x="1016779" y="6623916"/>
                </a:lnTo>
                <a:lnTo>
                  <a:pt x="988482" y="6588998"/>
                </a:lnTo>
                <a:lnTo>
                  <a:pt x="960528" y="6553797"/>
                </a:lnTo>
                <a:lnTo>
                  <a:pt x="932920" y="6518315"/>
                </a:lnTo>
                <a:lnTo>
                  <a:pt x="905660" y="6482556"/>
                </a:lnTo>
                <a:lnTo>
                  <a:pt x="878750" y="6446521"/>
                </a:lnTo>
                <a:lnTo>
                  <a:pt x="852194" y="6410214"/>
                </a:lnTo>
                <a:lnTo>
                  <a:pt x="825993" y="6373636"/>
                </a:lnTo>
                <a:lnTo>
                  <a:pt x="800150" y="6336791"/>
                </a:lnTo>
                <a:lnTo>
                  <a:pt x="774668" y="6299680"/>
                </a:lnTo>
                <a:lnTo>
                  <a:pt x="749549" y="6262306"/>
                </a:lnTo>
                <a:lnTo>
                  <a:pt x="724796" y="6224672"/>
                </a:lnTo>
                <a:lnTo>
                  <a:pt x="700411" y="6186781"/>
                </a:lnTo>
                <a:lnTo>
                  <a:pt x="676397" y="6148633"/>
                </a:lnTo>
                <a:lnTo>
                  <a:pt x="652756" y="6110233"/>
                </a:lnTo>
                <a:lnTo>
                  <a:pt x="629491" y="6071583"/>
                </a:lnTo>
                <a:lnTo>
                  <a:pt x="606604" y="6032685"/>
                </a:lnTo>
                <a:lnTo>
                  <a:pt x="584098" y="5993542"/>
                </a:lnTo>
                <a:lnTo>
                  <a:pt x="561975" y="5954155"/>
                </a:lnTo>
                <a:lnTo>
                  <a:pt x="540239" y="5914529"/>
                </a:lnTo>
                <a:lnTo>
                  <a:pt x="518890" y="5874664"/>
                </a:lnTo>
                <a:lnTo>
                  <a:pt x="497933" y="5834564"/>
                </a:lnTo>
                <a:lnTo>
                  <a:pt x="477369" y="5794232"/>
                </a:lnTo>
                <a:lnTo>
                  <a:pt x="457200" y="5753669"/>
                </a:lnTo>
                <a:lnTo>
                  <a:pt x="437431" y="5712878"/>
                </a:lnTo>
                <a:lnTo>
                  <a:pt x="418062" y="5671862"/>
                </a:lnTo>
                <a:lnTo>
                  <a:pt x="399097" y="5630622"/>
                </a:lnTo>
                <a:lnTo>
                  <a:pt x="380538" y="5589163"/>
                </a:lnTo>
                <a:lnTo>
                  <a:pt x="362387" y="5547486"/>
                </a:lnTo>
                <a:lnTo>
                  <a:pt x="344647" y="5505593"/>
                </a:lnTo>
                <a:lnTo>
                  <a:pt x="327321" y="5463487"/>
                </a:lnTo>
                <a:lnTo>
                  <a:pt x="310411" y="5421171"/>
                </a:lnTo>
                <a:lnTo>
                  <a:pt x="293920" y="5378648"/>
                </a:lnTo>
                <a:lnTo>
                  <a:pt x="277849" y="5335918"/>
                </a:lnTo>
                <a:lnTo>
                  <a:pt x="262202" y="5292986"/>
                </a:lnTo>
                <a:lnTo>
                  <a:pt x="246982" y="5249854"/>
                </a:lnTo>
                <a:lnTo>
                  <a:pt x="232190" y="5206524"/>
                </a:lnTo>
                <a:lnTo>
                  <a:pt x="217829" y="5162998"/>
                </a:lnTo>
                <a:lnTo>
                  <a:pt x="203902" y="5119279"/>
                </a:lnTo>
                <a:lnTo>
                  <a:pt x="190412" y="5075370"/>
                </a:lnTo>
                <a:lnTo>
                  <a:pt x="177360" y="5031273"/>
                </a:lnTo>
                <a:lnTo>
                  <a:pt x="164749" y="4986991"/>
                </a:lnTo>
                <a:lnTo>
                  <a:pt x="152582" y="4942526"/>
                </a:lnTo>
                <a:lnTo>
                  <a:pt x="140861" y="4897880"/>
                </a:lnTo>
                <a:lnTo>
                  <a:pt x="129589" y="4853057"/>
                </a:lnTo>
                <a:lnTo>
                  <a:pt x="118769" y="4808058"/>
                </a:lnTo>
                <a:lnTo>
                  <a:pt x="108402" y="4762886"/>
                </a:lnTo>
                <a:lnTo>
                  <a:pt x="98492" y="4717544"/>
                </a:lnTo>
                <a:lnTo>
                  <a:pt x="89040" y="4672033"/>
                </a:lnTo>
                <a:lnTo>
                  <a:pt x="80050" y="4626358"/>
                </a:lnTo>
                <a:lnTo>
                  <a:pt x="71524" y="4580519"/>
                </a:lnTo>
                <a:lnTo>
                  <a:pt x="63464" y="4534520"/>
                </a:lnTo>
                <a:lnTo>
                  <a:pt x="55873" y="4488364"/>
                </a:lnTo>
                <a:lnTo>
                  <a:pt x="48754" y="4442051"/>
                </a:lnTo>
                <a:lnTo>
                  <a:pt x="42109" y="4395586"/>
                </a:lnTo>
                <a:lnTo>
                  <a:pt x="35940" y="4348970"/>
                </a:lnTo>
                <a:lnTo>
                  <a:pt x="30250" y="4302207"/>
                </a:lnTo>
                <a:lnTo>
                  <a:pt x="25042" y="4255298"/>
                </a:lnTo>
                <a:lnTo>
                  <a:pt x="20318" y="4208246"/>
                </a:lnTo>
                <a:lnTo>
                  <a:pt x="16081" y="4161053"/>
                </a:lnTo>
                <a:lnTo>
                  <a:pt x="12332" y="4113723"/>
                </a:lnTo>
                <a:lnTo>
                  <a:pt x="9075" y="4066257"/>
                </a:lnTo>
                <a:lnTo>
                  <a:pt x="6313" y="4018658"/>
                </a:lnTo>
                <a:lnTo>
                  <a:pt x="4047" y="3970929"/>
                </a:lnTo>
                <a:lnTo>
                  <a:pt x="2280" y="3923072"/>
                </a:lnTo>
                <a:lnTo>
                  <a:pt x="1015" y="3875089"/>
                </a:lnTo>
                <a:lnTo>
                  <a:pt x="254" y="3826984"/>
                </a:lnTo>
                <a:lnTo>
                  <a:pt x="0" y="3778757"/>
                </a:lnTo>
              </a:path>
            </a:pathLst>
          </a:custGeom>
          <a:ln w="19812">
            <a:solidFill>
              <a:srgbClr val="75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911083" y="4253484"/>
            <a:ext cx="2996565" cy="704215"/>
            <a:chOff x="7911083" y="4253484"/>
            <a:chExt cx="2996565" cy="704215"/>
          </a:xfrm>
        </p:grpSpPr>
        <p:sp>
          <p:nvSpPr>
            <p:cNvPr id="9" name="object 9"/>
            <p:cNvSpPr/>
            <p:nvPr/>
          </p:nvSpPr>
          <p:spPr>
            <a:xfrm>
              <a:off x="7911083" y="4253484"/>
              <a:ext cx="2996565" cy="704215"/>
            </a:xfrm>
            <a:custGeom>
              <a:avLst/>
              <a:gdLst/>
              <a:ahLst/>
              <a:cxnLst/>
              <a:rect l="l" t="t" r="r" b="b"/>
              <a:pathLst>
                <a:path w="2996565" h="704214">
                  <a:moveTo>
                    <a:pt x="2996183" y="0"/>
                  </a:moveTo>
                  <a:lnTo>
                    <a:pt x="0" y="0"/>
                  </a:lnTo>
                  <a:lnTo>
                    <a:pt x="0" y="704088"/>
                  </a:lnTo>
                  <a:lnTo>
                    <a:pt x="2996183" y="704088"/>
                  </a:lnTo>
                  <a:lnTo>
                    <a:pt x="2996183" y="0"/>
                  </a:lnTo>
                  <a:close/>
                </a:path>
              </a:pathLst>
            </a:custGeom>
            <a:solidFill>
              <a:srgbClr val="0074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66988" y="4464050"/>
              <a:ext cx="2483357" cy="25692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31800" y="1014983"/>
            <a:ext cx="11641353" cy="10576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1617" y="2221992"/>
            <a:ext cx="7281405" cy="10576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8691" y="3436873"/>
            <a:ext cx="5342889" cy="4414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66788" y="4361688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79" h="487679">
                <a:moveTo>
                  <a:pt x="243839" y="0"/>
                </a:moveTo>
                <a:lnTo>
                  <a:pt x="194711" y="4955"/>
                </a:lnTo>
                <a:lnTo>
                  <a:pt x="148947" y="19169"/>
                </a:lnTo>
                <a:lnTo>
                  <a:pt x="107528" y="41656"/>
                </a:lnTo>
                <a:lnTo>
                  <a:pt x="71437" y="71437"/>
                </a:lnTo>
                <a:lnTo>
                  <a:pt x="41656" y="107528"/>
                </a:lnTo>
                <a:lnTo>
                  <a:pt x="19169" y="148947"/>
                </a:lnTo>
                <a:lnTo>
                  <a:pt x="4955" y="194711"/>
                </a:lnTo>
                <a:lnTo>
                  <a:pt x="0" y="243839"/>
                </a:lnTo>
                <a:lnTo>
                  <a:pt x="4955" y="292968"/>
                </a:lnTo>
                <a:lnTo>
                  <a:pt x="19169" y="338732"/>
                </a:lnTo>
                <a:lnTo>
                  <a:pt x="41656" y="380151"/>
                </a:lnTo>
                <a:lnTo>
                  <a:pt x="71437" y="416242"/>
                </a:lnTo>
                <a:lnTo>
                  <a:pt x="107528" y="446023"/>
                </a:lnTo>
                <a:lnTo>
                  <a:pt x="148947" y="468510"/>
                </a:lnTo>
                <a:lnTo>
                  <a:pt x="194711" y="482724"/>
                </a:lnTo>
                <a:lnTo>
                  <a:pt x="243839" y="487680"/>
                </a:lnTo>
                <a:lnTo>
                  <a:pt x="292968" y="482724"/>
                </a:lnTo>
                <a:lnTo>
                  <a:pt x="338732" y="468510"/>
                </a:lnTo>
                <a:lnTo>
                  <a:pt x="380151" y="446023"/>
                </a:lnTo>
                <a:lnTo>
                  <a:pt x="416242" y="416242"/>
                </a:lnTo>
                <a:lnTo>
                  <a:pt x="446023" y="380151"/>
                </a:lnTo>
                <a:lnTo>
                  <a:pt x="468510" y="338732"/>
                </a:lnTo>
                <a:lnTo>
                  <a:pt x="482724" y="292968"/>
                </a:lnTo>
                <a:lnTo>
                  <a:pt x="487679" y="243839"/>
                </a:lnTo>
                <a:lnTo>
                  <a:pt x="482724" y="194711"/>
                </a:lnTo>
                <a:lnTo>
                  <a:pt x="468510" y="148947"/>
                </a:lnTo>
                <a:lnTo>
                  <a:pt x="446023" y="107528"/>
                </a:lnTo>
                <a:lnTo>
                  <a:pt x="416242" y="71437"/>
                </a:lnTo>
                <a:lnTo>
                  <a:pt x="380151" y="41656"/>
                </a:lnTo>
                <a:lnTo>
                  <a:pt x="338732" y="19169"/>
                </a:lnTo>
                <a:lnTo>
                  <a:pt x="292968" y="4955"/>
                </a:lnTo>
                <a:lnTo>
                  <a:pt x="2438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994006" y="6540500"/>
            <a:ext cx="107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5" dirty="0">
                <a:solidFill>
                  <a:srgbClr val="00AFEF"/>
                </a:solidFill>
                <a:latin typeface="Arial Black"/>
                <a:cs typeface="Arial Black"/>
              </a:rPr>
              <a:t>2</a:t>
            </a:r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539" y="0"/>
            <a:ext cx="2749550" cy="1365885"/>
            <a:chOff x="129539" y="0"/>
            <a:chExt cx="2749550" cy="1365885"/>
          </a:xfrm>
        </p:grpSpPr>
        <p:sp>
          <p:nvSpPr>
            <p:cNvPr id="3" name="object 3"/>
            <p:cNvSpPr/>
            <p:nvPr/>
          </p:nvSpPr>
          <p:spPr>
            <a:xfrm>
              <a:off x="129539" y="0"/>
              <a:ext cx="2749550" cy="1365885"/>
            </a:xfrm>
            <a:custGeom>
              <a:avLst/>
              <a:gdLst/>
              <a:ahLst/>
              <a:cxnLst/>
              <a:rect l="l" t="t" r="r" b="b"/>
              <a:pathLst>
                <a:path w="2749550" h="1365885">
                  <a:moveTo>
                    <a:pt x="2749296" y="0"/>
                  </a:moveTo>
                  <a:lnTo>
                    <a:pt x="0" y="0"/>
                  </a:lnTo>
                  <a:lnTo>
                    <a:pt x="6565" y="130175"/>
                  </a:lnTo>
                  <a:lnTo>
                    <a:pt x="12310" y="178336"/>
                  </a:lnTo>
                  <a:lnTo>
                    <a:pt x="19696" y="225973"/>
                  </a:lnTo>
                  <a:lnTo>
                    <a:pt x="28696" y="273056"/>
                  </a:lnTo>
                  <a:lnTo>
                    <a:pt x="39280" y="319556"/>
                  </a:lnTo>
                  <a:lnTo>
                    <a:pt x="51418" y="365444"/>
                  </a:lnTo>
                  <a:lnTo>
                    <a:pt x="65081" y="410690"/>
                  </a:lnTo>
                  <a:lnTo>
                    <a:pt x="80241" y="455266"/>
                  </a:lnTo>
                  <a:lnTo>
                    <a:pt x="96866" y="499141"/>
                  </a:lnTo>
                  <a:lnTo>
                    <a:pt x="114929" y="542286"/>
                  </a:lnTo>
                  <a:lnTo>
                    <a:pt x="134400" y="584672"/>
                  </a:lnTo>
                  <a:lnTo>
                    <a:pt x="155249" y="626269"/>
                  </a:lnTo>
                  <a:lnTo>
                    <a:pt x="177447" y="667049"/>
                  </a:lnTo>
                  <a:lnTo>
                    <a:pt x="200965" y="706982"/>
                  </a:lnTo>
                  <a:lnTo>
                    <a:pt x="225773" y="746038"/>
                  </a:lnTo>
                  <a:lnTo>
                    <a:pt x="251842" y="784189"/>
                  </a:lnTo>
                  <a:lnTo>
                    <a:pt x="279143" y="821404"/>
                  </a:lnTo>
                  <a:lnTo>
                    <a:pt x="307647" y="857655"/>
                  </a:lnTo>
                  <a:lnTo>
                    <a:pt x="337323" y="892912"/>
                  </a:lnTo>
                  <a:lnTo>
                    <a:pt x="368143" y="927146"/>
                  </a:lnTo>
                  <a:lnTo>
                    <a:pt x="400078" y="960328"/>
                  </a:lnTo>
                  <a:lnTo>
                    <a:pt x="433097" y="992427"/>
                  </a:lnTo>
                  <a:lnTo>
                    <a:pt x="467173" y="1023415"/>
                  </a:lnTo>
                  <a:lnTo>
                    <a:pt x="502274" y="1053263"/>
                  </a:lnTo>
                  <a:lnTo>
                    <a:pt x="538373" y="1081941"/>
                  </a:lnTo>
                  <a:lnTo>
                    <a:pt x="575439" y="1109419"/>
                  </a:lnTo>
                  <a:lnTo>
                    <a:pt x="613444" y="1135669"/>
                  </a:lnTo>
                  <a:lnTo>
                    <a:pt x="652357" y="1160661"/>
                  </a:lnTo>
                  <a:lnTo>
                    <a:pt x="692150" y="1184366"/>
                  </a:lnTo>
                  <a:lnTo>
                    <a:pt x="732793" y="1206754"/>
                  </a:lnTo>
                  <a:lnTo>
                    <a:pt x="774258" y="1227796"/>
                  </a:lnTo>
                  <a:lnTo>
                    <a:pt x="816514" y="1247462"/>
                  </a:lnTo>
                  <a:lnTo>
                    <a:pt x="859532" y="1265724"/>
                  </a:lnTo>
                  <a:lnTo>
                    <a:pt x="903283" y="1282552"/>
                  </a:lnTo>
                  <a:lnTo>
                    <a:pt x="947737" y="1297917"/>
                  </a:lnTo>
                  <a:lnTo>
                    <a:pt x="992866" y="1311789"/>
                  </a:lnTo>
                  <a:lnTo>
                    <a:pt x="1038640" y="1324138"/>
                  </a:lnTo>
                  <a:lnTo>
                    <a:pt x="1085029" y="1334937"/>
                  </a:lnTo>
                  <a:lnTo>
                    <a:pt x="1132005" y="1344154"/>
                  </a:lnTo>
                  <a:lnTo>
                    <a:pt x="1179537" y="1351762"/>
                  </a:lnTo>
                  <a:lnTo>
                    <a:pt x="1227597" y="1357730"/>
                  </a:lnTo>
                  <a:lnTo>
                    <a:pt x="1276155" y="1362029"/>
                  </a:lnTo>
                  <a:lnTo>
                    <a:pt x="1325181" y="1364630"/>
                  </a:lnTo>
                  <a:lnTo>
                    <a:pt x="1374648" y="1365503"/>
                  </a:lnTo>
                  <a:lnTo>
                    <a:pt x="1424110" y="1364630"/>
                  </a:lnTo>
                  <a:lnTo>
                    <a:pt x="1473133" y="1362029"/>
                  </a:lnTo>
                  <a:lnTo>
                    <a:pt x="1521687" y="1357730"/>
                  </a:lnTo>
                  <a:lnTo>
                    <a:pt x="1569744" y="1351762"/>
                  </a:lnTo>
                  <a:lnTo>
                    <a:pt x="1617274" y="1344154"/>
                  </a:lnTo>
                  <a:lnTo>
                    <a:pt x="1664247" y="1334937"/>
                  </a:lnTo>
                  <a:lnTo>
                    <a:pt x="1710635" y="1324138"/>
                  </a:lnTo>
                  <a:lnTo>
                    <a:pt x="1756407" y="1311789"/>
                  </a:lnTo>
                  <a:lnTo>
                    <a:pt x="1801535" y="1297917"/>
                  </a:lnTo>
                  <a:lnTo>
                    <a:pt x="1845989" y="1282552"/>
                  </a:lnTo>
                  <a:lnTo>
                    <a:pt x="1889739" y="1265724"/>
                  </a:lnTo>
                  <a:lnTo>
                    <a:pt x="1932757" y="1247462"/>
                  </a:lnTo>
                  <a:lnTo>
                    <a:pt x="1975013" y="1227796"/>
                  </a:lnTo>
                  <a:lnTo>
                    <a:pt x="2016477" y="1206754"/>
                  </a:lnTo>
                  <a:lnTo>
                    <a:pt x="2057121" y="1184366"/>
                  </a:lnTo>
                  <a:lnTo>
                    <a:pt x="2096915" y="1160661"/>
                  </a:lnTo>
                  <a:lnTo>
                    <a:pt x="2135829" y="1135669"/>
                  </a:lnTo>
                  <a:lnTo>
                    <a:pt x="2173834" y="1109419"/>
                  </a:lnTo>
                  <a:lnTo>
                    <a:pt x="2210901" y="1081941"/>
                  </a:lnTo>
                  <a:lnTo>
                    <a:pt x="2247000" y="1053263"/>
                  </a:lnTo>
                  <a:lnTo>
                    <a:pt x="2282103" y="1023415"/>
                  </a:lnTo>
                  <a:lnTo>
                    <a:pt x="2316179" y="992427"/>
                  </a:lnTo>
                  <a:lnTo>
                    <a:pt x="2349199" y="960328"/>
                  </a:lnTo>
                  <a:lnTo>
                    <a:pt x="2381135" y="927146"/>
                  </a:lnTo>
                  <a:lnTo>
                    <a:pt x="2411956" y="892912"/>
                  </a:lnTo>
                  <a:lnTo>
                    <a:pt x="2441633" y="857655"/>
                  </a:lnTo>
                  <a:lnTo>
                    <a:pt x="2470137" y="821404"/>
                  </a:lnTo>
                  <a:lnTo>
                    <a:pt x="2497439" y="784189"/>
                  </a:lnTo>
                  <a:lnTo>
                    <a:pt x="2523508" y="746038"/>
                  </a:lnTo>
                  <a:lnTo>
                    <a:pt x="2548317" y="706982"/>
                  </a:lnTo>
                  <a:lnTo>
                    <a:pt x="2571834" y="667049"/>
                  </a:lnTo>
                  <a:lnTo>
                    <a:pt x="2594032" y="626269"/>
                  </a:lnTo>
                  <a:lnTo>
                    <a:pt x="2614881" y="584672"/>
                  </a:lnTo>
                  <a:lnTo>
                    <a:pt x="2634351" y="542286"/>
                  </a:lnTo>
                  <a:lnTo>
                    <a:pt x="2652412" y="499141"/>
                  </a:lnTo>
                  <a:lnTo>
                    <a:pt x="2669036" y="455266"/>
                  </a:lnTo>
                  <a:lnTo>
                    <a:pt x="2684194" y="410690"/>
                  </a:lnTo>
                  <a:lnTo>
                    <a:pt x="2697855" y="365444"/>
                  </a:lnTo>
                  <a:lnTo>
                    <a:pt x="2709991" y="319556"/>
                  </a:lnTo>
                  <a:lnTo>
                    <a:pt x="2720572" y="273056"/>
                  </a:lnTo>
                  <a:lnTo>
                    <a:pt x="2729569" y="225973"/>
                  </a:lnTo>
                  <a:lnTo>
                    <a:pt x="2736952" y="178336"/>
                  </a:lnTo>
                  <a:lnTo>
                    <a:pt x="2742692" y="130175"/>
                  </a:lnTo>
                  <a:lnTo>
                    <a:pt x="2749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12520" y="243840"/>
              <a:ext cx="670560" cy="581025"/>
            </a:xfrm>
            <a:custGeom>
              <a:avLst/>
              <a:gdLst/>
              <a:ahLst/>
              <a:cxnLst/>
              <a:rect l="l" t="t" r="r" b="b"/>
              <a:pathLst>
                <a:path w="670560" h="581025">
                  <a:moveTo>
                    <a:pt x="603631" y="0"/>
                  </a:moveTo>
                  <a:lnTo>
                    <a:pt x="553505" y="24033"/>
                  </a:lnTo>
                  <a:lnTo>
                    <a:pt x="509653" y="49499"/>
                  </a:lnTo>
                  <a:lnTo>
                    <a:pt x="472067" y="76398"/>
                  </a:lnTo>
                  <a:lnTo>
                    <a:pt x="440741" y="104729"/>
                  </a:lnTo>
                  <a:lnTo>
                    <a:pt x="415671" y="134492"/>
                  </a:lnTo>
                  <a:lnTo>
                    <a:pt x="391741" y="176047"/>
                  </a:lnTo>
                  <a:lnTo>
                    <a:pt x="374634" y="224520"/>
                  </a:lnTo>
                  <a:lnTo>
                    <a:pt x="364361" y="279921"/>
                  </a:lnTo>
                  <a:lnTo>
                    <a:pt x="360934" y="342264"/>
                  </a:lnTo>
                  <a:lnTo>
                    <a:pt x="360934" y="580643"/>
                  </a:lnTo>
                  <a:lnTo>
                    <a:pt x="670560" y="580643"/>
                  </a:lnTo>
                  <a:lnTo>
                    <a:pt x="670560" y="293115"/>
                  </a:lnTo>
                  <a:lnTo>
                    <a:pt x="522478" y="293115"/>
                  </a:lnTo>
                  <a:lnTo>
                    <a:pt x="526006" y="268047"/>
                  </a:lnTo>
                  <a:lnTo>
                    <a:pt x="543444" y="223053"/>
                  </a:lnTo>
                  <a:lnTo>
                    <a:pt x="576191" y="184126"/>
                  </a:lnTo>
                  <a:lnTo>
                    <a:pt x="632769" y="145835"/>
                  </a:lnTo>
                  <a:lnTo>
                    <a:pt x="670560" y="126618"/>
                  </a:lnTo>
                  <a:lnTo>
                    <a:pt x="603631" y="0"/>
                  </a:lnTo>
                  <a:close/>
                </a:path>
                <a:path w="670560" h="581025">
                  <a:moveTo>
                    <a:pt x="242697" y="0"/>
                  </a:moveTo>
                  <a:lnTo>
                    <a:pt x="192605" y="24033"/>
                  </a:lnTo>
                  <a:lnTo>
                    <a:pt x="148767" y="49499"/>
                  </a:lnTo>
                  <a:lnTo>
                    <a:pt x="111187" y="76398"/>
                  </a:lnTo>
                  <a:lnTo>
                    <a:pt x="79868" y="104729"/>
                  </a:lnTo>
                  <a:lnTo>
                    <a:pt x="54813" y="134492"/>
                  </a:lnTo>
                  <a:lnTo>
                    <a:pt x="30834" y="176047"/>
                  </a:lnTo>
                  <a:lnTo>
                    <a:pt x="13704" y="224520"/>
                  </a:lnTo>
                  <a:lnTo>
                    <a:pt x="3426" y="279921"/>
                  </a:lnTo>
                  <a:lnTo>
                    <a:pt x="0" y="342264"/>
                  </a:lnTo>
                  <a:lnTo>
                    <a:pt x="0" y="580643"/>
                  </a:lnTo>
                  <a:lnTo>
                    <a:pt x="309626" y="580643"/>
                  </a:lnTo>
                  <a:lnTo>
                    <a:pt x="309626" y="293115"/>
                  </a:lnTo>
                  <a:lnTo>
                    <a:pt x="161544" y="293115"/>
                  </a:lnTo>
                  <a:lnTo>
                    <a:pt x="165090" y="268047"/>
                  </a:lnTo>
                  <a:lnTo>
                    <a:pt x="182564" y="223053"/>
                  </a:lnTo>
                  <a:lnTo>
                    <a:pt x="215257" y="184126"/>
                  </a:lnTo>
                  <a:lnTo>
                    <a:pt x="271835" y="145835"/>
                  </a:lnTo>
                  <a:lnTo>
                    <a:pt x="309626" y="126618"/>
                  </a:lnTo>
                  <a:lnTo>
                    <a:pt x="24269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00608" y="2394330"/>
            <a:ext cx="253530" cy="2848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4326" y="2389504"/>
            <a:ext cx="843686" cy="294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30669" y="2377948"/>
            <a:ext cx="11385550" cy="2152650"/>
            <a:chOff x="630669" y="2377948"/>
            <a:chExt cx="11385550" cy="2152650"/>
          </a:xfrm>
        </p:grpSpPr>
        <p:sp>
          <p:nvSpPr>
            <p:cNvPr id="8" name="object 8"/>
            <p:cNvSpPr/>
            <p:nvPr/>
          </p:nvSpPr>
          <p:spPr>
            <a:xfrm>
              <a:off x="1771650" y="2377948"/>
              <a:ext cx="9929749" cy="3970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0669" y="2816860"/>
              <a:ext cx="10726051" cy="39700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513439" y="2991890"/>
              <a:ext cx="108482" cy="2562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650" y="3255772"/>
              <a:ext cx="11383454" cy="39700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6963" y="3694684"/>
              <a:ext cx="11368125" cy="39700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6963" y="4129277"/>
              <a:ext cx="1716506" cy="40132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5941" y="0"/>
            <a:ext cx="4682490" cy="2034539"/>
            <a:chOff x="255941" y="0"/>
            <a:chExt cx="4682490" cy="2034539"/>
          </a:xfrm>
        </p:grpSpPr>
        <p:sp>
          <p:nvSpPr>
            <p:cNvPr id="4" name="object 4"/>
            <p:cNvSpPr/>
            <p:nvPr/>
          </p:nvSpPr>
          <p:spPr>
            <a:xfrm>
              <a:off x="255941" y="0"/>
              <a:ext cx="4682490" cy="2034539"/>
            </a:xfrm>
            <a:custGeom>
              <a:avLst/>
              <a:gdLst/>
              <a:ahLst/>
              <a:cxnLst/>
              <a:rect l="l" t="t" r="r" b="b"/>
              <a:pathLst>
                <a:path w="4682490" h="2034539">
                  <a:moveTo>
                    <a:pt x="4681908" y="0"/>
                  </a:moveTo>
                  <a:lnTo>
                    <a:pt x="0" y="0"/>
                  </a:lnTo>
                  <a:lnTo>
                    <a:pt x="418" y="3200"/>
                  </a:lnTo>
                  <a:lnTo>
                    <a:pt x="7418" y="49597"/>
                  </a:lnTo>
                  <a:lnTo>
                    <a:pt x="15313" y="95694"/>
                  </a:lnTo>
                  <a:lnTo>
                    <a:pt x="24094" y="141482"/>
                  </a:lnTo>
                  <a:lnTo>
                    <a:pt x="33750" y="186953"/>
                  </a:lnTo>
                  <a:lnTo>
                    <a:pt x="44274" y="232098"/>
                  </a:lnTo>
                  <a:lnTo>
                    <a:pt x="55656" y="276906"/>
                  </a:lnTo>
                  <a:lnTo>
                    <a:pt x="67886" y="321369"/>
                  </a:lnTo>
                  <a:lnTo>
                    <a:pt x="80956" y="365479"/>
                  </a:lnTo>
                  <a:lnTo>
                    <a:pt x="94857" y="409224"/>
                  </a:lnTo>
                  <a:lnTo>
                    <a:pt x="109578" y="452598"/>
                  </a:lnTo>
                  <a:lnTo>
                    <a:pt x="125112" y="495589"/>
                  </a:lnTo>
                  <a:lnTo>
                    <a:pt x="141449" y="538190"/>
                  </a:lnTo>
                  <a:lnTo>
                    <a:pt x="158580" y="580390"/>
                  </a:lnTo>
                  <a:lnTo>
                    <a:pt x="176495" y="622182"/>
                  </a:lnTo>
                  <a:lnTo>
                    <a:pt x="195186" y="663555"/>
                  </a:lnTo>
                  <a:lnTo>
                    <a:pt x="214643" y="704501"/>
                  </a:lnTo>
                  <a:lnTo>
                    <a:pt x="234857" y="745010"/>
                  </a:lnTo>
                  <a:lnTo>
                    <a:pt x="255819" y="785073"/>
                  </a:lnTo>
                  <a:lnTo>
                    <a:pt x="277520" y="824681"/>
                  </a:lnTo>
                  <a:lnTo>
                    <a:pt x="299951" y="863825"/>
                  </a:lnTo>
                  <a:lnTo>
                    <a:pt x="323102" y="902496"/>
                  </a:lnTo>
                  <a:lnTo>
                    <a:pt x="346965" y="940685"/>
                  </a:lnTo>
                  <a:lnTo>
                    <a:pt x="371530" y="978381"/>
                  </a:lnTo>
                  <a:lnTo>
                    <a:pt x="396788" y="1015578"/>
                  </a:lnTo>
                  <a:lnTo>
                    <a:pt x="422730" y="1052264"/>
                  </a:lnTo>
                  <a:lnTo>
                    <a:pt x="449346" y="1088431"/>
                  </a:lnTo>
                  <a:lnTo>
                    <a:pt x="476629" y="1124070"/>
                  </a:lnTo>
                  <a:lnTo>
                    <a:pt x="504567" y="1159171"/>
                  </a:lnTo>
                  <a:lnTo>
                    <a:pt x="533153" y="1193726"/>
                  </a:lnTo>
                  <a:lnTo>
                    <a:pt x="562377" y="1227726"/>
                  </a:lnTo>
                  <a:lnTo>
                    <a:pt x="592230" y="1261160"/>
                  </a:lnTo>
                  <a:lnTo>
                    <a:pt x="622703" y="1294021"/>
                  </a:lnTo>
                  <a:lnTo>
                    <a:pt x="653787" y="1326298"/>
                  </a:lnTo>
                  <a:lnTo>
                    <a:pt x="685472" y="1357983"/>
                  </a:lnTo>
                  <a:lnTo>
                    <a:pt x="717749" y="1389066"/>
                  </a:lnTo>
                  <a:lnTo>
                    <a:pt x="750609" y="1419539"/>
                  </a:lnTo>
                  <a:lnTo>
                    <a:pt x="784044" y="1449392"/>
                  </a:lnTo>
                  <a:lnTo>
                    <a:pt x="818043" y="1478616"/>
                  </a:lnTo>
                  <a:lnTo>
                    <a:pt x="852598" y="1507202"/>
                  </a:lnTo>
                  <a:lnTo>
                    <a:pt x="887700" y="1535141"/>
                  </a:lnTo>
                  <a:lnTo>
                    <a:pt x="923339" y="1562423"/>
                  </a:lnTo>
                  <a:lnTo>
                    <a:pt x="959506" y="1589040"/>
                  </a:lnTo>
                  <a:lnTo>
                    <a:pt x="996192" y="1614981"/>
                  </a:lnTo>
                  <a:lnTo>
                    <a:pt x="1033388" y="1640239"/>
                  </a:lnTo>
                  <a:lnTo>
                    <a:pt x="1071085" y="1664804"/>
                  </a:lnTo>
                  <a:lnTo>
                    <a:pt x="1109273" y="1688667"/>
                  </a:lnTo>
                  <a:lnTo>
                    <a:pt x="1147944" y="1711818"/>
                  </a:lnTo>
                  <a:lnTo>
                    <a:pt x="1187088" y="1734249"/>
                  </a:lnTo>
                  <a:lnTo>
                    <a:pt x="1226697" y="1755950"/>
                  </a:lnTo>
                  <a:lnTo>
                    <a:pt x="1266760" y="1776912"/>
                  </a:lnTo>
                  <a:lnTo>
                    <a:pt x="1307269" y="1797127"/>
                  </a:lnTo>
                  <a:lnTo>
                    <a:pt x="1348214" y="1816584"/>
                  </a:lnTo>
                  <a:lnTo>
                    <a:pt x="1389588" y="1835275"/>
                  </a:lnTo>
                  <a:lnTo>
                    <a:pt x="1431379" y="1853190"/>
                  </a:lnTo>
                  <a:lnTo>
                    <a:pt x="1473580" y="1870320"/>
                  </a:lnTo>
                  <a:lnTo>
                    <a:pt x="1516180" y="1886657"/>
                  </a:lnTo>
                  <a:lnTo>
                    <a:pt x="1559172" y="1902191"/>
                  </a:lnTo>
                  <a:lnTo>
                    <a:pt x="1602545" y="1916913"/>
                  </a:lnTo>
                  <a:lnTo>
                    <a:pt x="1646291" y="1930813"/>
                  </a:lnTo>
                  <a:lnTo>
                    <a:pt x="1690400" y="1943883"/>
                  </a:lnTo>
                  <a:lnTo>
                    <a:pt x="1734863" y="1956114"/>
                  </a:lnTo>
                  <a:lnTo>
                    <a:pt x="1779672" y="1967495"/>
                  </a:lnTo>
                  <a:lnTo>
                    <a:pt x="1824816" y="1978019"/>
                  </a:lnTo>
                  <a:lnTo>
                    <a:pt x="1870287" y="1987676"/>
                  </a:lnTo>
                  <a:lnTo>
                    <a:pt x="1916076" y="1996456"/>
                  </a:lnTo>
                  <a:lnTo>
                    <a:pt x="1962173" y="2004351"/>
                  </a:lnTo>
                  <a:lnTo>
                    <a:pt x="2008569" y="2011352"/>
                  </a:lnTo>
                  <a:lnTo>
                    <a:pt x="2055256" y="2017449"/>
                  </a:lnTo>
                  <a:lnTo>
                    <a:pt x="2102223" y="2022633"/>
                  </a:lnTo>
                  <a:lnTo>
                    <a:pt x="2149462" y="2026895"/>
                  </a:lnTo>
                  <a:lnTo>
                    <a:pt x="2196964" y="2030226"/>
                  </a:lnTo>
                  <a:lnTo>
                    <a:pt x="2244719" y="2032616"/>
                  </a:lnTo>
                  <a:lnTo>
                    <a:pt x="2292719" y="2034057"/>
                  </a:lnTo>
                  <a:lnTo>
                    <a:pt x="2340954" y="2034539"/>
                  </a:lnTo>
                  <a:lnTo>
                    <a:pt x="2389189" y="2034057"/>
                  </a:lnTo>
                  <a:lnTo>
                    <a:pt x="2437188" y="2032616"/>
                  </a:lnTo>
                  <a:lnTo>
                    <a:pt x="2484944" y="2030226"/>
                  </a:lnTo>
                  <a:lnTo>
                    <a:pt x="2532446" y="2026895"/>
                  </a:lnTo>
                  <a:lnTo>
                    <a:pt x="2579685" y="2022633"/>
                  </a:lnTo>
                  <a:lnTo>
                    <a:pt x="2626652" y="2017449"/>
                  </a:lnTo>
                  <a:lnTo>
                    <a:pt x="2673339" y="2011352"/>
                  </a:lnTo>
                  <a:lnTo>
                    <a:pt x="2719735" y="2004351"/>
                  </a:lnTo>
                  <a:lnTo>
                    <a:pt x="2765832" y="1996456"/>
                  </a:lnTo>
                  <a:lnTo>
                    <a:pt x="2811621" y="1987676"/>
                  </a:lnTo>
                  <a:lnTo>
                    <a:pt x="2857092" y="1978019"/>
                  </a:lnTo>
                  <a:lnTo>
                    <a:pt x="2902236" y="1967495"/>
                  </a:lnTo>
                  <a:lnTo>
                    <a:pt x="2947045" y="1956114"/>
                  </a:lnTo>
                  <a:lnTo>
                    <a:pt x="2991508" y="1943883"/>
                  </a:lnTo>
                  <a:lnTo>
                    <a:pt x="3035617" y="1930813"/>
                  </a:lnTo>
                  <a:lnTo>
                    <a:pt x="3079363" y="1916913"/>
                  </a:lnTo>
                  <a:lnTo>
                    <a:pt x="3122736" y="1902191"/>
                  </a:lnTo>
                  <a:lnTo>
                    <a:pt x="3165727" y="1886657"/>
                  </a:lnTo>
                  <a:lnTo>
                    <a:pt x="3208328" y="1870320"/>
                  </a:lnTo>
                  <a:lnTo>
                    <a:pt x="3250529" y="1853190"/>
                  </a:lnTo>
                  <a:lnTo>
                    <a:pt x="3292320" y="1835275"/>
                  </a:lnTo>
                  <a:lnTo>
                    <a:pt x="3333693" y="1816584"/>
                  </a:lnTo>
                  <a:lnTo>
                    <a:pt x="3374639" y="1797127"/>
                  </a:lnTo>
                  <a:lnTo>
                    <a:pt x="3415148" y="1776912"/>
                  </a:lnTo>
                  <a:lnTo>
                    <a:pt x="3455211" y="1755950"/>
                  </a:lnTo>
                  <a:lnTo>
                    <a:pt x="3494820" y="1734249"/>
                  </a:lnTo>
                  <a:lnTo>
                    <a:pt x="3533964" y="1711818"/>
                  </a:lnTo>
                  <a:lnTo>
                    <a:pt x="3572635" y="1688667"/>
                  </a:lnTo>
                  <a:lnTo>
                    <a:pt x="3610823" y="1664804"/>
                  </a:lnTo>
                  <a:lnTo>
                    <a:pt x="3648520" y="1640239"/>
                  </a:lnTo>
                  <a:lnTo>
                    <a:pt x="3685716" y="1614981"/>
                  </a:lnTo>
                  <a:lnTo>
                    <a:pt x="3722402" y="1589040"/>
                  </a:lnTo>
                  <a:lnTo>
                    <a:pt x="3758569" y="1562423"/>
                  </a:lnTo>
                  <a:lnTo>
                    <a:pt x="3794208" y="1535141"/>
                  </a:lnTo>
                  <a:lnTo>
                    <a:pt x="3829310" y="1507202"/>
                  </a:lnTo>
                  <a:lnTo>
                    <a:pt x="3863865" y="1478616"/>
                  </a:lnTo>
                  <a:lnTo>
                    <a:pt x="3897864" y="1449392"/>
                  </a:lnTo>
                  <a:lnTo>
                    <a:pt x="3931298" y="1419539"/>
                  </a:lnTo>
                  <a:lnTo>
                    <a:pt x="3964159" y="1389066"/>
                  </a:lnTo>
                  <a:lnTo>
                    <a:pt x="3996436" y="1357983"/>
                  </a:lnTo>
                  <a:lnTo>
                    <a:pt x="4028121" y="1326298"/>
                  </a:lnTo>
                  <a:lnTo>
                    <a:pt x="4059205" y="1294021"/>
                  </a:lnTo>
                  <a:lnTo>
                    <a:pt x="4089677" y="1261160"/>
                  </a:lnTo>
                  <a:lnTo>
                    <a:pt x="4119530" y="1227726"/>
                  </a:lnTo>
                  <a:lnTo>
                    <a:pt x="4148754" y="1193726"/>
                  </a:lnTo>
                  <a:lnTo>
                    <a:pt x="4177340" y="1159171"/>
                  </a:lnTo>
                  <a:lnTo>
                    <a:pt x="4205279" y="1124070"/>
                  </a:lnTo>
                  <a:lnTo>
                    <a:pt x="4232561" y="1088431"/>
                  </a:lnTo>
                  <a:lnTo>
                    <a:pt x="4259178" y="1052264"/>
                  </a:lnTo>
                  <a:lnTo>
                    <a:pt x="4285120" y="1015578"/>
                  </a:lnTo>
                  <a:lnTo>
                    <a:pt x="4310378" y="978381"/>
                  </a:lnTo>
                  <a:lnTo>
                    <a:pt x="4334943" y="940685"/>
                  </a:lnTo>
                  <a:lnTo>
                    <a:pt x="4358805" y="902496"/>
                  </a:lnTo>
                  <a:lnTo>
                    <a:pt x="4381957" y="863825"/>
                  </a:lnTo>
                  <a:lnTo>
                    <a:pt x="4404388" y="824681"/>
                  </a:lnTo>
                  <a:lnTo>
                    <a:pt x="4426089" y="785073"/>
                  </a:lnTo>
                  <a:lnTo>
                    <a:pt x="4447051" y="745010"/>
                  </a:lnTo>
                  <a:lnTo>
                    <a:pt x="4467265" y="704501"/>
                  </a:lnTo>
                  <a:lnTo>
                    <a:pt x="4486722" y="663555"/>
                  </a:lnTo>
                  <a:lnTo>
                    <a:pt x="4505413" y="622182"/>
                  </a:lnTo>
                  <a:lnTo>
                    <a:pt x="4523328" y="580390"/>
                  </a:lnTo>
                  <a:lnTo>
                    <a:pt x="4540459" y="538190"/>
                  </a:lnTo>
                  <a:lnTo>
                    <a:pt x="4556796" y="495589"/>
                  </a:lnTo>
                  <a:lnTo>
                    <a:pt x="4572329" y="452598"/>
                  </a:lnTo>
                  <a:lnTo>
                    <a:pt x="4587051" y="409224"/>
                  </a:lnTo>
                  <a:lnTo>
                    <a:pt x="4600952" y="365479"/>
                  </a:lnTo>
                  <a:lnTo>
                    <a:pt x="4614022" y="321369"/>
                  </a:lnTo>
                  <a:lnTo>
                    <a:pt x="4626252" y="276906"/>
                  </a:lnTo>
                  <a:lnTo>
                    <a:pt x="4637634" y="232098"/>
                  </a:lnTo>
                  <a:lnTo>
                    <a:pt x="4648157" y="186953"/>
                  </a:lnTo>
                  <a:lnTo>
                    <a:pt x="4657814" y="141482"/>
                  </a:lnTo>
                  <a:lnTo>
                    <a:pt x="4666595" y="95694"/>
                  </a:lnTo>
                  <a:lnTo>
                    <a:pt x="4674490" y="49597"/>
                  </a:lnTo>
                  <a:lnTo>
                    <a:pt x="4681490" y="3200"/>
                  </a:lnTo>
                  <a:lnTo>
                    <a:pt x="4681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6885" y="475995"/>
              <a:ext cx="1708912" cy="2970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619" y="2643581"/>
            <a:ext cx="3980179" cy="1994776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34"/>
              </a:spcBef>
            </a:pPr>
            <a:r>
              <a:rPr sz="2800" b="0" dirty="0">
                <a:solidFill>
                  <a:srgbClr val="FFFFFF"/>
                </a:solidFill>
                <a:latin typeface="Arial Black"/>
                <a:cs typeface="Arial Black"/>
              </a:rPr>
              <a:t>It helps in editing,  publishing and modifying  the content of the website.</a:t>
            </a:r>
            <a:endParaRPr sz="280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7505" y="508762"/>
            <a:ext cx="2378964" cy="260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192773" y="855852"/>
            <a:ext cx="5348605" cy="1017269"/>
            <a:chOff x="6192773" y="855852"/>
            <a:chExt cx="5348605" cy="1017269"/>
          </a:xfrm>
        </p:grpSpPr>
        <p:sp>
          <p:nvSpPr>
            <p:cNvPr id="9" name="object 9"/>
            <p:cNvSpPr/>
            <p:nvPr/>
          </p:nvSpPr>
          <p:spPr>
            <a:xfrm>
              <a:off x="6210807" y="855852"/>
              <a:ext cx="5330190" cy="2510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9377" y="1130172"/>
              <a:ext cx="5211826" cy="25107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2773" y="1407286"/>
              <a:ext cx="4422012" cy="24828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05346" y="1678813"/>
              <a:ext cx="1337563" cy="19405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6209791" y="2678048"/>
            <a:ext cx="2612898" cy="27190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6194044" y="3036316"/>
            <a:ext cx="5253990" cy="800100"/>
            <a:chOff x="6194044" y="3036316"/>
            <a:chExt cx="5253990" cy="800100"/>
          </a:xfrm>
        </p:grpSpPr>
        <p:sp>
          <p:nvSpPr>
            <p:cNvPr id="15" name="object 15"/>
            <p:cNvSpPr/>
            <p:nvPr/>
          </p:nvSpPr>
          <p:spPr>
            <a:xfrm>
              <a:off x="6210808" y="3036316"/>
              <a:ext cx="5083301" cy="25095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4044" y="3310636"/>
              <a:ext cx="5253735" cy="2509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8616" y="3584956"/>
              <a:ext cx="4994275" cy="25095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6272784" y="4872990"/>
            <a:ext cx="1881250" cy="2719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273927" y="5231257"/>
            <a:ext cx="4857750" cy="800100"/>
            <a:chOff x="6273927" y="5231257"/>
            <a:chExt cx="4857750" cy="800100"/>
          </a:xfrm>
        </p:grpSpPr>
        <p:sp>
          <p:nvSpPr>
            <p:cNvPr id="20" name="object 20"/>
            <p:cNvSpPr/>
            <p:nvPr/>
          </p:nvSpPr>
          <p:spPr>
            <a:xfrm>
              <a:off x="6291961" y="5231257"/>
              <a:ext cx="4039362" cy="25095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75197" y="5505577"/>
              <a:ext cx="4856099" cy="25097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73927" y="5779846"/>
              <a:ext cx="3663569" cy="2510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981053" y="6547952"/>
            <a:ext cx="15875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FFFFFF"/>
                </a:solidFill>
                <a:latin typeface="Arial Black"/>
                <a:cs typeface="Arial Black"/>
              </a:rPr>
              <a:t>4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5941" y="0"/>
            <a:ext cx="4682490" cy="2034539"/>
            <a:chOff x="255941" y="0"/>
            <a:chExt cx="4682490" cy="2034539"/>
          </a:xfrm>
        </p:grpSpPr>
        <p:sp>
          <p:nvSpPr>
            <p:cNvPr id="4" name="object 4"/>
            <p:cNvSpPr/>
            <p:nvPr/>
          </p:nvSpPr>
          <p:spPr>
            <a:xfrm>
              <a:off x="255941" y="0"/>
              <a:ext cx="4682490" cy="2034539"/>
            </a:xfrm>
            <a:custGeom>
              <a:avLst/>
              <a:gdLst/>
              <a:ahLst/>
              <a:cxnLst/>
              <a:rect l="l" t="t" r="r" b="b"/>
              <a:pathLst>
                <a:path w="4682490" h="2034539">
                  <a:moveTo>
                    <a:pt x="4681908" y="0"/>
                  </a:moveTo>
                  <a:lnTo>
                    <a:pt x="0" y="0"/>
                  </a:lnTo>
                  <a:lnTo>
                    <a:pt x="418" y="3200"/>
                  </a:lnTo>
                  <a:lnTo>
                    <a:pt x="7418" y="49597"/>
                  </a:lnTo>
                  <a:lnTo>
                    <a:pt x="15313" y="95694"/>
                  </a:lnTo>
                  <a:lnTo>
                    <a:pt x="24094" y="141482"/>
                  </a:lnTo>
                  <a:lnTo>
                    <a:pt x="33750" y="186953"/>
                  </a:lnTo>
                  <a:lnTo>
                    <a:pt x="44274" y="232098"/>
                  </a:lnTo>
                  <a:lnTo>
                    <a:pt x="55656" y="276906"/>
                  </a:lnTo>
                  <a:lnTo>
                    <a:pt x="67886" y="321369"/>
                  </a:lnTo>
                  <a:lnTo>
                    <a:pt x="80956" y="365479"/>
                  </a:lnTo>
                  <a:lnTo>
                    <a:pt x="94857" y="409224"/>
                  </a:lnTo>
                  <a:lnTo>
                    <a:pt x="109578" y="452598"/>
                  </a:lnTo>
                  <a:lnTo>
                    <a:pt x="125112" y="495589"/>
                  </a:lnTo>
                  <a:lnTo>
                    <a:pt x="141449" y="538190"/>
                  </a:lnTo>
                  <a:lnTo>
                    <a:pt x="158580" y="580390"/>
                  </a:lnTo>
                  <a:lnTo>
                    <a:pt x="176495" y="622182"/>
                  </a:lnTo>
                  <a:lnTo>
                    <a:pt x="195186" y="663555"/>
                  </a:lnTo>
                  <a:lnTo>
                    <a:pt x="214643" y="704501"/>
                  </a:lnTo>
                  <a:lnTo>
                    <a:pt x="234857" y="745010"/>
                  </a:lnTo>
                  <a:lnTo>
                    <a:pt x="255819" y="785073"/>
                  </a:lnTo>
                  <a:lnTo>
                    <a:pt x="277520" y="824681"/>
                  </a:lnTo>
                  <a:lnTo>
                    <a:pt x="299951" y="863825"/>
                  </a:lnTo>
                  <a:lnTo>
                    <a:pt x="323102" y="902496"/>
                  </a:lnTo>
                  <a:lnTo>
                    <a:pt x="346965" y="940685"/>
                  </a:lnTo>
                  <a:lnTo>
                    <a:pt x="371530" y="978381"/>
                  </a:lnTo>
                  <a:lnTo>
                    <a:pt x="396788" y="1015578"/>
                  </a:lnTo>
                  <a:lnTo>
                    <a:pt x="422730" y="1052264"/>
                  </a:lnTo>
                  <a:lnTo>
                    <a:pt x="449346" y="1088431"/>
                  </a:lnTo>
                  <a:lnTo>
                    <a:pt x="476629" y="1124070"/>
                  </a:lnTo>
                  <a:lnTo>
                    <a:pt x="504567" y="1159171"/>
                  </a:lnTo>
                  <a:lnTo>
                    <a:pt x="533153" y="1193726"/>
                  </a:lnTo>
                  <a:lnTo>
                    <a:pt x="562377" y="1227726"/>
                  </a:lnTo>
                  <a:lnTo>
                    <a:pt x="592230" y="1261160"/>
                  </a:lnTo>
                  <a:lnTo>
                    <a:pt x="622703" y="1294021"/>
                  </a:lnTo>
                  <a:lnTo>
                    <a:pt x="653787" y="1326298"/>
                  </a:lnTo>
                  <a:lnTo>
                    <a:pt x="685472" y="1357983"/>
                  </a:lnTo>
                  <a:lnTo>
                    <a:pt x="717749" y="1389066"/>
                  </a:lnTo>
                  <a:lnTo>
                    <a:pt x="750609" y="1419539"/>
                  </a:lnTo>
                  <a:lnTo>
                    <a:pt x="784044" y="1449392"/>
                  </a:lnTo>
                  <a:lnTo>
                    <a:pt x="818043" y="1478616"/>
                  </a:lnTo>
                  <a:lnTo>
                    <a:pt x="852598" y="1507202"/>
                  </a:lnTo>
                  <a:lnTo>
                    <a:pt x="887700" y="1535141"/>
                  </a:lnTo>
                  <a:lnTo>
                    <a:pt x="923339" y="1562423"/>
                  </a:lnTo>
                  <a:lnTo>
                    <a:pt x="959506" y="1589040"/>
                  </a:lnTo>
                  <a:lnTo>
                    <a:pt x="996192" y="1614981"/>
                  </a:lnTo>
                  <a:lnTo>
                    <a:pt x="1033388" y="1640239"/>
                  </a:lnTo>
                  <a:lnTo>
                    <a:pt x="1071085" y="1664804"/>
                  </a:lnTo>
                  <a:lnTo>
                    <a:pt x="1109273" y="1688667"/>
                  </a:lnTo>
                  <a:lnTo>
                    <a:pt x="1147944" y="1711818"/>
                  </a:lnTo>
                  <a:lnTo>
                    <a:pt x="1187088" y="1734249"/>
                  </a:lnTo>
                  <a:lnTo>
                    <a:pt x="1226697" y="1755950"/>
                  </a:lnTo>
                  <a:lnTo>
                    <a:pt x="1266760" y="1776912"/>
                  </a:lnTo>
                  <a:lnTo>
                    <a:pt x="1307269" y="1797127"/>
                  </a:lnTo>
                  <a:lnTo>
                    <a:pt x="1348214" y="1816584"/>
                  </a:lnTo>
                  <a:lnTo>
                    <a:pt x="1389588" y="1835275"/>
                  </a:lnTo>
                  <a:lnTo>
                    <a:pt x="1431379" y="1853190"/>
                  </a:lnTo>
                  <a:lnTo>
                    <a:pt x="1473580" y="1870320"/>
                  </a:lnTo>
                  <a:lnTo>
                    <a:pt x="1516180" y="1886657"/>
                  </a:lnTo>
                  <a:lnTo>
                    <a:pt x="1559172" y="1902191"/>
                  </a:lnTo>
                  <a:lnTo>
                    <a:pt x="1602545" y="1916913"/>
                  </a:lnTo>
                  <a:lnTo>
                    <a:pt x="1646291" y="1930813"/>
                  </a:lnTo>
                  <a:lnTo>
                    <a:pt x="1690400" y="1943883"/>
                  </a:lnTo>
                  <a:lnTo>
                    <a:pt x="1734863" y="1956114"/>
                  </a:lnTo>
                  <a:lnTo>
                    <a:pt x="1779672" y="1967495"/>
                  </a:lnTo>
                  <a:lnTo>
                    <a:pt x="1824816" y="1978019"/>
                  </a:lnTo>
                  <a:lnTo>
                    <a:pt x="1870287" y="1987676"/>
                  </a:lnTo>
                  <a:lnTo>
                    <a:pt x="1916076" y="1996456"/>
                  </a:lnTo>
                  <a:lnTo>
                    <a:pt x="1962173" y="2004351"/>
                  </a:lnTo>
                  <a:lnTo>
                    <a:pt x="2008569" y="2011352"/>
                  </a:lnTo>
                  <a:lnTo>
                    <a:pt x="2055256" y="2017449"/>
                  </a:lnTo>
                  <a:lnTo>
                    <a:pt x="2102223" y="2022633"/>
                  </a:lnTo>
                  <a:lnTo>
                    <a:pt x="2149462" y="2026895"/>
                  </a:lnTo>
                  <a:lnTo>
                    <a:pt x="2196964" y="2030226"/>
                  </a:lnTo>
                  <a:lnTo>
                    <a:pt x="2244719" y="2032616"/>
                  </a:lnTo>
                  <a:lnTo>
                    <a:pt x="2292719" y="2034057"/>
                  </a:lnTo>
                  <a:lnTo>
                    <a:pt x="2340954" y="2034539"/>
                  </a:lnTo>
                  <a:lnTo>
                    <a:pt x="2389189" y="2034057"/>
                  </a:lnTo>
                  <a:lnTo>
                    <a:pt x="2437188" y="2032616"/>
                  </a:lnTo>
                  <a:lnTo>
                    <a:pt x="2484944" y="2030226"/>
                  </a:lnTo>
                  <a:lnTo>
                    <a:pt x="2532446" y="2026895"/>
                  </a:lnTo>
                  <a:lnTo>
                    <a:pt x="2579685" y="2022633"/>
                  </a:lnTo>
                  <a:lnTo>
                    <a:pt x="2626652" y="2017449"/>
                  </a:lnTo>
                  <a:lnTo>
                    <a:pt x="2673339" y="2011352"/>
                  </a:lnTo>
                  <a:lnTo>
                    <a:pt x="2719735" y="2004351"/>
                  </a:lnTo>
                  <a:lnTo>
                    <a:pt x="2765832" y="1996456"/>
                  </a:lnTo>
                  <a:lnTo>
                    <a:pt x="2811621" y="1987676"/>
                  </a:lnTo>
                  <a:lnTo>
                    <a:pt x="2857092" y="1978019"/>
                  </a:lnTo>
                  <a:lnTo>
                    <a:pt x="2902236" y="1967495"/>
                  </a:lnTo>
                  <a:lnTo>
                    <a:pt x="2947045" y="1956114"/>
                  </a:lnTo>
                  <a:lnTo>
                    <a:pt x="2991508" y="1943883"/>
                  </a:lnTo>
                  <a:lnTo>
                    <a:pt x="3035617" y="1930813"/>
                  </a:lnTo>
                  <a:lnTo>
                    <a:pt x="3079363" y="1916913"/>
                  </a:lnTo>
                  <a:lnTo>
                    <a:pt x="3122736" y="1902191"/>
                  </a:lnTo>
                  <a:lnTo>
                    <a:pt x="3165727" y="1886657"/>
                  </a:lnTo>
                  <a:lnTo>
                    <a:pt x="3208328" y="1870320"/>
                  </a:lnTo>
                  <a:lnTo>
                    <a:pt x="3250529" y="1853190"/>
                  </a:lnTo>
                  <a:lnTo>
                    <a:pt x="3292320" y="1835275"/>
                  </a:lnTo>
                  <a:lnTo>
                    <a:pt x="3333693" y="1816584"/>
                  </a:lnTo>
                  <a:lnTo>
                    <a:pt x="3374639" y="1797127"/>
                  </a:lnTo>
                  <a:lnTo>
                    <a:pt x="3415148" y="1776912"/>
                  </a:lnTo>
                  <a:lnTo>
                    <a:pt x="3455211" y="1755950"/>
                  </a:lnTo>
                  <a:lnTo>
                    <a:pt x="3494820" y="1734249"/>
                  </a:lnTo>
                  <a:lnTo>
                    <a:pt x="3533964" y="1711818"/>
                  </a:lnTo>
                  <a:lnTo>
                    <a:pt x="3572635" y="1688667"/>
                  </a:lnTo>
                  <a:lnTo>
                    <a:pt x="3610823" y="1664804"/>
                  </a:lnTo>
                  <a:lnTo>
                    <a:pt x="3648520" y="1640239"/>
                  </a:lnTo>
                  <a:lnTo>
                    <a:pt x="3685716" y="1614981"/>
                  </a:lnTo>
                  <a:lnTo>
                    <a:pt x="3722402" y="1589040"/>
                  </a:lnTo>
                  <a:lnTo>
                    <a:pt x="3758569" y="1562423"/>
                  </a:lnTo>
                  <a:lnTo>
                    <a:pt x="3794208" y="1535141"/>
                  </a:lnTo>
                  <a:lnTo>
                    <a:pt x="3829310" y="1507202"/>
                  </a:lnTo>
                  <a:lnTo>
                    <a:pt x="3863865" y="1478616"/>
                  </a:lnTo>
                  <a:lnTo>
                    <a:pt x="3897864" y="1449392"/>
                  </a:lnTo>
                  <a:lnTo>
                    <a:pt x="3931298" y="1419539"/>
                  </a:lnTo>
                  <a:lnTo>
                    <a:pt x="3964159" y="1389066"/>
                  </a:lnTo>
                  <a:lnTo>
                    <a:pt x="3996436" y="1357983"/>
                  </a:lnTo>
                  <a:lnTo>
                    <a:pt x="4028121" y="1326298"/>
                  </a:lnTo>
                  <a:lnTo>
                    <a:pt x="4059205" y="1294021"/>
                  </a:lnTo>
                  <a:lnTo>
                    <a:pt x="4089677" y="1261160"/>
                  </a:lnTo>
                  <a:lnTo>
                    <a:pt x="4119530" y="1227726"/>
                  </a:lnTo>
                  <a:lnTo>
                    <a:pt x="4148754" y="1193726"/>
                  </a:lnTo>
                  <a:lnTo>
                    <a:pt x="4177340" y="1159171"/>
                  </a:lnTo>
                  <a:lnTo>
                    <a:pt x="4205279" y="1124070"/>
                  </a:lnTo>
                  <a:lnTo>
                    <a:pt x="4232561" y="1088431"/>
                  </a:lnTo>
                  <a:lnTo>
                    <a:pt x="4259178" y="1052264"/>
                  </a:lnTo>
                  <a:lnTo>
                    <a:pt x="4285120" y="1015578"/>
                  </a:lnTo>
                  <a:lnTo>
                    <a:pt x="4310378" y="978381"/>
                  </a:lnTo>
                  <a:lnTo>
                    <a:pt x="4334943" y="940685"/>
                  </a:lnTo>
                  <a:lnTo>
                    <a:pt x="4358805" y="902496"/>
                  </a:lnTo>
                  <a:lnTo>
                    <a:pt x="4381957" y="863825"/>
                  </a:lnTo>
                  <a:lnTo>
                    <a:pt x="4404388" y="824681"/>
                  </a:lnTo>
                  <a:lnTo>
                    <a:pt x="4426089" y="785073"/>
                  </a:lnTo>
                  <a:lnTo>
                    <a:pt x="4447051" y="745010"/>
                  </a:lnTo>
                  <a:lnTo>
                    <a:pt x="4467265" y="704501"/>
                  </a:lnTo>
                  <a:lnTo>
                    <a:pt x="4486722" y="663555"/>
                  </a:lnTo>
                  <a:lnTo>
                    <a:pt x="4505413" y="622182"/>
                  </a:lnTo>
                  <a:lnTo>
                    <a:pt x="4523328" y="580390"/>
                  </a:lnTo>
                  <a:lnTo>
                    <a:pt x="4540459" y="538190"/>
                  </a:lnTo>
                  <a:lnTo>
                    <a:pt x="4556796" y="495589"/>
                  </a:lnTo>
                  <a:lnTo>
                    <a:pt x="4572329" y="452598"/>
                  </a:lnTo>
                  <a:lnTo>
                    <a:pt x="4587051" y="409224"/>
                  </a:lnTo>
                  <a:lnTo>
                    <a:pt x="4600952" y="365479"/>
                  </a:lnTo>
                  <a:lnTo>
                    <a:pt x="4614022" y="321369"/>
                  </a:lnTo>
                  <a:lnTo>
                    <a:pt x="4626252" y="276906"/>
                  </a:lnTo>
                  <a:lnTo>
                    <a:pt x="4637634" y="232098"/>
                  </a:lnTo>
                  <a:lnTo>
                    <a:pt x="4648157" y="186953"/>
                  </a:lnTo>
                  <a:lnTo>
                    <a:pt x="4657814" y="141482"/>
                  </a:lnTo>
                  <a:lnTo>
                    <a:pt x="4666595" y="95694"/>
                  </a:lnTo>
                  <a:lnTo>
                    <a:pt x="4674490" y="49597"/>
                  </a:lnTo>
                  <a:lnTo>
                    <a:pt x="4681490" y="3200"/>
                  </a:lnTo>
                  <a:lnTo>
                    <a:pt x="4681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6885" y="475995"/>
              <a:ext cx="1708912" cy="2970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619" y="2643581"/>
            <a:ext cx="4097020" cy="1215076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sz="2800" b="0" dirty="0">
                <a:solidFill>
                  <a:srgbClr val="FFFFFF"/>
                </a:solidFill>
                <a:latin typeface="Arial Black"/>
                <a:cs typeface="Arial Black"/>
              </a:rPr>
              <a:t>Easier to use and a number  of features you can utilize.</a:t>
            </a:r>
            <a:endParaRPr sz="280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9791" y="497586"/>
            <a:ext cx="2568667" cy="2720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199378" y="858647"/>
            <a:ext cx="5276215" cy="740410"/>
            <a:chOff x="6199378" y="858647"/>
            <a:chExt cx="5276215" cy="740410"/>
          </a:xfrm>
        </p:grpSpPr>
        <p:sp>
          <p:nvSpPr>
            <p:cNvPr id="9" name="object 9"/>
            <p:cNvSpPr/>
            <p:nvPr/>
          </p:nvSpPr>
          <p:spPr>
            <a:xfrm>
              <a:off x="6202426" y="858647"/>
              <a:ext cx="4873752" cy="24828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9378" y="1130172"/>
              <a:ext cx="5275833" cy="25107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05347" y="1407287"/>
              <a:ext cx="1236979" cy="19126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6200013" y="2203069"/>
            <a:ext cx="3604260" cy="27190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6204839" y="2564002"/>
            <a:ext cx="5100320" cy="521334"/>
            <a:chOff x="6204839" y="2564002"/>
            <a:chExt cx="5100320" cy="521334"/>
          </a:xfrm>
        </p:grpSpPr>
        <p:sp>
          <p:nvSpPr>
            <p:cNvPr id="14" name="object 14"/>
            <p:cNvSpPr/>
            <p:nvPr/>
          </p:nvSpPr>
          <p:spPr>
            <a:xfrm>
              <a:off x="6210808" y="2564002"/>
              <a:ext cx="5093970" cy="24828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04839" y="2838322"/>
              <a:ext cx="3060827" cy="22885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99270" y="2838322"/>
              <a:ext cx="1741804" cy="24688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02115" y="2947767"/>
              <a:ext cx="67852" cy="1603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6267196" y="3661664"/>
            <a:ext cx="1559686" cy="2720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265417" y="4022597"/>
            <a:ext cx="5163820" cy="523240"/>
            <a:chOff x="6265417" y="4022597"/>
            <a:chExt cx="5163820" cy="523240"/>
          </a:xfrm>
        </p:grpSpPr>
        <p:sp>
          <p:nvSpPr>
            <p:cNvPr id="20" name="object 20"/>
            <p:cNvSpPr/>
            <p:nvPr/>
          </p:nvSpPr>
          <p:spPr>
            <a:xfrm>
              <a:off x="6268211" y="4022597"/>
              <a:ext cx="5160771" cy="24841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65417" y="4294250"/>
              <a:ext cx="3465449" cy="25107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6277102" y="5119623"/>
            <a:ext cx="1270127" cy="2594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6272657" y="5466715"/>
            <a:ext cx="5384800" cy="525780"/>
            <a:chOff x="6272657" y="5466715"/>
            <a:chExt cx="5384800" cy="525780"/>
          </a:xfrm>
        </p:grpSpPr>
        <p:sp>
          <p:nvSpPr>
            <p:cNvPr id="24" name="object 24"/>
            <p:cNvSpPr/>
            <p:nvPr/>
          </p:nvSpPr>
          <p:spPr>
            <a:xfrm>
              <a:off x="6348222" y="5466715"/>
              <a:ext cx="5193664" cy="25105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72657" y="5741060"/>
              <a:ext cx="5384419" cy="25102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6260084" y="6041593"/>
            <a:ext cx="510413" cy="22481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1981053" y="6547952"/>
            <a:ext cx="15875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FFFFFF"/>
                </a:solidFill>
                <a:latin typeface="Arial Black"/>
                <a:cs typeface="Arial Black"/>
              </a:rPr>
              <a:t>5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9539" y="0"/>
            <a:ext cx="2749550" cy="1365885"/>
          </a:xfrm>
          <a:custGeom>
            <a:avLst/>
            <a:gdLst/>
            <a:ahLst/>
            <a:cxnLst/>
            <a:rect l="l" t="t" r="r" b="b"/>
            <a:pathLst>
              <a:path w="2749550" h="1365885">
                <a:moveTo>
                  <a:pt x="2749296" y="0"/>
                </a:moveTo>
                <a:lnTo>
                  <a:pt x="0" y="0"/>
                </a:lnTo>
                <a:lnTo>
                  <a:pt x="6565" y="130175"/>
                </a:lnTo>
                <a:lnTo>
                  <a:pt x="12310" y="178336"/>
                </a:lnTo>
                <a:lnTo>
                  <a:pt x="19696" y="225973"/>
                </a:lnTo>
                <a:lnTo>
                  <a:pt x="28696" y="273056"/>
                </a:lnTo>
                <a:lnTo>
                  <a:pt x="39280" y="319556"/>
                </a:lnTo>
                <a:lnTo>
                  <a:pt x="51418" y="365444"/>
                </a:lnTo>
                <a:lnTo>
                  <a:pt x="65081" y="410690"/>
                </a:lnTo>
                <a:lnTo>
                  <a:pt x="80241" y="455266"/>
                </a:lnTo>
                <a:lnTo>
                  <a:pt x="96866" y="499141"/>
                </a:lnTo>
                <a:lnTo>
                  <a:pt x="114929" y="542286"/>
                </a:lnTo>
                <a:lnTo>
                  <a:pt x="134400" y="584672"/>
                </a:lnTo>
                <a:lnTo>
                  <a:pt x="155249" y="626269"/>
                </a:lnTo>
                <a:lnTo>
                  <a:pt x="177447" y="667049"/>
                </a:lnTo>
                <a:lnTo>
                  <a:pt x="200965" y="706982"/>
                </a:lnTo>
                <a:lnTo>
                  <a:pt x="225773" y="746038"/>
                </a:lnTo>
                <a:lnTo>
                  <a:pt x="251842" y="784189"/>
                </a:lnTo>
                <a:lnTo>
                  <a:pt x="279143" y="821404"/>
                </a:lnTo>
                <a:lnTo>
                  <a:pt x="307647" y="857655"/>
                </a:lnTo>
                <a:lnTo>
                  <a:pt x="337323" y="892912"/>
                </a:lnTo>
                <a:lnTo>
                  <a:pt x="368143" y="927146"/>
                </a:lnTo>
                <a:lnTo>
                  <a:pt x="400078" y="960328"/>
                </a:lnTo>
                <a:lnTo>
                  <a:pt x="433097" y="992427"/>
                </a:lnTo>
                <a:lnTo>
                  <a:pt x="467173" y="1023415"/>
                </a:lnTo>
                <a:lnTo>
                  <a:pt x="502274" y="1053263"/>
                </a:lnTo>
                <a:lnTo>
                  <a:pt x="538373" y="1081941"/>
                </a:lnTo>
                <a:lnTo>
                  <a:pt x="575439" y="1109419"/>
                </a:lnTo>
                <a:lnTo>
                  <a:pt x="613444" y="1135669"/>
                </a:lnTo>
                <a:lnTo>
                  <a:pt x="652357" y="1160661"/>
                </a:lnTo>
                <a:lnTo>
                  <a:pt x="692150" y="1184366"/>
                </a:lnTo>
                <a:lnTo>
                  <a:pt x="732793" y="1206754"/>
                </a:lnTo>
                <a:lnTo>
                  <a:pt x="774258" y="1227796"/>
                </a:lnTo>
                <a:lnTo>
                  <a:pt x="816514" y="1247462"/>
                </a:lnTo>
                <a:lnTo>
                  <a:pt x="859532" y="1265724"/>
                </a:lnTo>
                <a:lnTo>
                  <a:pt x="903283" y="1282552"/>
                </a:lnTo>
                <a:lnTo>
                  <a:pt x="947737" y="1297917"/>
                </a:lnTo>
                <a:lnTo>
                  <a:pt x="992866" y="1311789"/>
                </a:lnTo>
                <a:lnTo>
                  <a:pt x="1038640" y="1324138"/>
                </a:lnTo>
                <a:lnTo>
                  <a:pt x="1085029" y="1334937"/>
                </a:lnTo>
                <a:lnTo>
                  <a:pt x="1132005" y="1344154"/>
                </a:lnTo>
                <a:lnTo>
                  <a:pt x="1179537" y="1351762"/>
                </a:lnTo>
                <a:lnTo>
                  <a:pt x="1227597" y="1357730"/>
                </a:lnTo>
                <a:lnTo>
                  <a:pt x="1276155" y="1362029"/>
                </a:lnTo>
                <a:lnTo>
                  <a:pt x="1325181" y="1364630"/>
                </a:lnTo>
                <a:lnTo>
                  <a:pt x="1374648" y="1365503"/>
                </a:lnTo>
                <a:lnTo>
                  <a:pt x="1424110" y="1364630"/>
                </a:lnTo>
                <a:lnTo>
                  <a:pt x="1473133" y="1362029"/>
                </a:lnTo>
                <a:lnTo>
                  <a:pt x="1521687" y="1357730"/>
                </a:lnTo>
                <a:lnTo>
                  <a:pt x="1569744" y="1351762"/>
                </a:lnTo>
                <a:lnTo>
                  <a:pt x="1617274" y="1344154"/>
                </a:lnTo>
                <a:lnTo>
                  <a:pt x="1664247" y="1334937"/>
                </a:lnTo>
                <a:lnTo>
                  <a:pt x="1710635" y="1324138"/>
                </a:lnTo>
                <a:lnTo>
                  <a:pt x="1756407" y="1311789"/>
                </a:lnTo>
                <a:lnTo>
                  <a:pt x="1801535" y="1297917"/>
                </a:lnTo>
                <a:lnTo>
                  <a:pt x="1845989" y="1282552"/>
                </a:lnTo>
                <a:lnTo>
                  <a:pt x="1889739" y="1265724"/>
                </a:lnTo>
                <a:lnTo>
                  <a:pt x="1932757" y="1247462"/>
                </a:lnTo>
                <a:lnTo>
                  <a:pt x="1975013" y="1227796"/>
                </a:lnTo>
                <a:lnTo>
                  <a:pt x="2016477" y="1206754"/>
                </a:lnTo>
                <a:lnTo>
                  <a:pt x="2057121" y="1184366"/>
                </a:lnTo>
                <a:lnTo>
                  <a:pt x="2096915" y="1160661"/>
                </a:lnTo>
                <a:lnTo>
                  <a:pt x="2135829" y="1135669"/>
                </a:lnTo>
                <a:lnTo>
                  <a:pt x="2173834" y="1109419"/>
                </a:lnTo>
                <a:lnTo>
                  <a:pt x="2210901" y="1081941"/>
                </a:lnTo>
                <a:lnTo>
                  <a:pt x="2247000" y="1053263"/>
                </a:lnTo>
                <a:lnTo>
                  <a:pt x="2282103" y="1023415"/>
                </a:lnTo>
                <a:lnTo>
                  <a:pt x="2316179" y="992427"/>
                </a:lnTo>
                <a:lnTo>
                  <a:pt x="2349199" y="960328"/>
                </a:lnTo>
                <a:lnTo>
                  <a:pt x="2381135" y="927146"/>
                </a:lnTo>
                <a:lnTo>
                  <a:pt x="2411956" y="892912"/>
                </a:lnTo>
                <a:lnTo>
                  <a:pt x="2441633" y="857655"/>
                </a:lnTo>
                <a:lnTo>
                  <a:pt x="2470137" y="821404"/>
                </a:lnTo>
                <a:lnTo>
                  <a:pt x="2497439" y="784189"/>
                </a:lnTo>
                <a:lnTo>
                  <a:pt x="2523508" y="746038"/>
                </a:lnTo>
                <a:lnTo>
                  <a:pt x="2548317" y="706982"/>
                </a:lnTo>
                <a:lnTo>
                  <a:pt x="2571834" y="667049"/>
                </a:lnTo>
                <a:lnTo>
                  <a:pt x="2594032" y="626269"/>
                </a:lnTo>
                <a:lnTo>
                  <a:pt x="2614881" y="584672"/>
                </a:lnTo>
                <a:lnTo>
                  <a:pt x="2634351" y="542286"/>
                </a:lnTo>
                <a:lnTo>
                  <a:pt x="2652412" y="499141"/>
                </a:lnTo>
                <a:lnTo>
                  <a:pt x="2669036" y="455266"/>
                </a:lnTo>
                <a:lnTo>
                  <a:pt x="2684194" y="410690"/>
                </a:lnTo>
                <a:lnTo>
                  <a:pt x="2697855" y="365444"/>
                </a:lnTo>
                <a:lnTo>
                  <a:pt x="2709991" y="319556"/>
                </a:lnTo>
                <a:lnTo>
                  <a:pt x="2720572" y="273056"/>
                </a:lnTo>
                <a:lnTo>
                  <a:pt x="2729569" y="225973"/>
                </a:lnTo>
                <a:lnTo>
                  <a:pt x="2736952" y="178336"/>
                </a:lnTo>
                <a:lnTo>
                  <a:pt x="2742692" y="130175"/>
                </a:lnTo>
                <a:lnTo>
                  <a:pt x="2749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12913" y="2930779"/>
            <a:ext cx="1905063" cy="287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3793" y="3600958"/>
            <a:ext cx="3156585" cy="230511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Black"/>
                <a:cs typeface="Arial Black"/>
              </a:rPr>
              <a:t>It is an open source platform  and available for free. The  original source code is made  freely available and may be  redistributed and modified.</a:t>
            </a:r>
          </a:p>
        </p:txBody>
      </p:sp>
      <p:sp>
        <p:nvSpPr>
          <p:cNvPr id="6" name="object 6"/>
          <p:cNvSpPr/>
          <p:nvPr/>
        </p:nvSpPr>
        <p:spPr>
          <a:xfrm>
            <a:off x="5041010" y="2919602"/>
            <a:ext cx="2101595" cy="3002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18838" y="3600958"/>
            <a:ext cx="3336925" cy="117660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 marR="5080" indent="1905" algn="ctr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Black"/>
                <a:cs typeface="Arial Black"/>
              </a:rPr>
              <a:t>CSS files can be modified  according to the design as per  users need.</a:t>
            </a:r>
          </a:p>
        </p:txBody>
      </p:sp>
      <p:sp>
        <p:nvSpPr>
          <p:cNvPr id="8" name="object 8"/>
          <p:cNvSpPr/>
          <p:nvPr/>
        </p:nvSpPr>
        <p:spPr>
          <a:xfrm>
            <a:off x="8493125" y="2922397"/>
            <a:ext cx="3108959" cy="2974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91830" y="3600958"/>
            <a:ext cx="3505835" cy="20229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4950" marR="225425" algn="ctr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Black"/>
                <a:cs typeface="Arial Black"/>
              </a:rPr>
              <a:t>There are many plugins and  templates available for free.</a:t>
            </a:r>
          </a:p>
          <a:p>
            <a:pPr marL="12065" marR="5080" algn="ctr">
              <a:lnSpc>
                <a:spcPts val="2160"/>
              </a:lnSpc>
            </a:pPr>
            <a:r>
              <a:rPr sz="2000" dirty="0">
                <a:latin typeface="Arial Black"/>
                <a:cs typeface="Arial Black"/>
              </a:rPr>
              <a:t>Users can customize the various  plugins as per their need.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93191" y="313182"/>
            <a:ext cx="1413510" cy="935128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72085" marR="5080" indent="-160020">
              <a:lnSpc>
                <a:spcPts val="3460"/>
              </a:lnSpc>
              <a:spcBef>
                <a:spcPts val="535"/>
              </a:spcBef>
            </a:pPr>
            <a:r>
              <a:rPr sz="2400" b="0" dirty="0">
                <a:solidFill>
                  <a:srgbClr val="FFFFFF"/>
                </a:solidFill>
                <a:latin typeface="Arial Black"/>
                <a:cs typeface="Arial Black"/>
              </a:rPr>
              <a:t>PROS &amp;  CONS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71926" y="496188"/>
            <a:ext cx="7517638" cy="3008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75403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86571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4340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19559" y="6378764"/>
            <a:ext cx="15875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6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9539" y="0"/>
            <a:ext cx="2749550" cy="1365885"/>
          </a:xfrm>
          <a:custGeom>
            <a:avLst/>
            <a:gdLst/>
            <a:ahLst/>
            <a:cxnLst/>
            <a:rect l="l" t="t" r="r" b="b"/>
            <a:pathLst>
              <a:path w="2749550" h="1365885">
                <a:moveTo>
                  <a:pt x="2749296" y="0"/>
                </a:moveTo>
                <a:lnTo>
                  <a:pt x="0" y="0"/>
                </a:lnTo>
                <a:lnTo>
                  <a:pt x="6565" y="130175"/>
                </a:lnTo>
                <a:lnTo>
                  <a:pt x="12310" y="178336"/>
                </a:lnTo>
                <a:lnTo>
                  <a:pt x="19696" y="225973"/>
                </a:lnTo>
                <a:lnTo>
                  <a:pt x="28696" y="273056"/>
                </a:lnTo>
                <a:lnTo>
                  <a:pt x="39280" y="319556"/>
                </a:lnTo>
                <a:lnTo>
                  <a:pt x="51418" y="365444"/>
                </a:lnTo>
                <a:lnTo>
                  <a:pt x="65081" y="410690"/>
                </a:lnTo>
                <a:lnTo>
                  <a:pt x="80241" y="455266"/>
                </a:lnTo>
                <a:lnTo>
                  <a:pt x="96866" y="499141"/>
                </a:lnTo>
                <a:lnTo>
                  <a:pt x="114929" y="542286"/>
                </a:lnTo>
                <a:lnTo>
                  <a:pt x="134400" y="584672"/>
                </a:lnTo>
                <a:lnTo>
                  <a:pt x="155249" y="626269"/>
                </a:lnTo>
                <a:lnTo>
                  <a:pt x="177447" y="667049"/>
                </a:lnTo>
                <a:lnTo>
                  <a:pt x="200965" y="706982"/>
                </a:lnTo>
                <a:lnTo>
                  <a:pt x="225773" y="746038"/>
                </a:lnTo>
                <a:lnTo>
                  <a:pt x="251842" y="784189"/>
                </a:lnTo>
                <a:lnTo>
                  <a:pt x="279143" y="821404"/>
                </a:lnTo>
                <a:lnTo>
                  <a:pt x="307647" y="857655"/>
                </a:lnTo>
                <a:lnTo>
                  <a:pt x="337323" y="892912"/>
                </a:lnTo>
                <a:lnTo>
                  <a:pt x="368143" y="927146"/>
                </a:lnTo>
                <a:lnTo>
                  <a:pt x="400078" y="960328"/>
                </a:lnTo>
                <a:lnTo>
                  <a:pt x="433097" y="992427"/>
                </a:lnTo>
                <a:lnTo>
                  <a:pt x="467173" y="1023415"/>
                </a:lnTo>
                <a:lnTo>
                  <a:pt x="502274" y="1053263"/>
                </a:lnTo>
                <a:lnTo>
                  <a:pt x="538373" y="1081941"/>
                </a:lnTo>
                <a:lnTo>
                  <a:pt x="575439" y="1109419"/>
                </a:lnTo>
                <a:lnTo>
                  <a:pt x="613444" y="1135669"/>
                </a:lnTo>
                <a:lnTo>
                  <a:pt x="652357" y="1160661"/>
                </a:lnTo>
                <a:lnTo>
                  <a:pt x="692150" y="1184366"/>
                </a:lnTo>
                <a:lnTo>
                  <a:pt x="732793" y="1206754"/>
                </a:lnTo>
                <a:lnTo>
                  <a:pt x="774258" y="1227796"/>
                </a:lnTo>
                <a:lnTo>
                  <a:pt x="816514" y="1247462"/>
                </a:lnTo>
                <a:lnTo>
                  <a:pt x="859532" y="1265724"/>
                </a:lnTo>
                <a:lnTo>
                  <a:pt x="903283" y="1282552"/>
                </a:lnTo>
                <a:lnTo>
                  <a:pt x="947737" y="1297917"/>
                </a:lnTo>
                <a:lnTo>
                  <a:pt x="992866" y="1311789"/>
                </a:lnTo>
                <a:lnTo>
                  <a:pt x="1038640" y="1324138"/>
                </a:lnTo>
                <a:lnTo>
                  <a:pt x="1085029" y="1334937"/>
                </a:lnTo>
                <a:lnTo>
                  <a:pt x="1132005" y="1344154"/>
                </a:lnTo>
                <a:lnTo>
                  <a:pt x="1179537" y="1351762"/>
                </a:lnTo>
                <a:lnTo>
                  <a:pt x="1227597" y="1357730"/>
                </a:lnTo>
                <a:lnTo>
                  <a:pt x="1276155" y="1362029"/>
                </a:lnTo>
                <a:lnTo>
                  <a:pt x="1325181" y="1364630"/>
                </a:lnTo>
                <a:lnTo>
                  <a:pt x="1374648" y="1365503"/>
                </a:lnTo>
                <a:lnTo>
                  <a:pt x="1424110" y="1364630"/>
                </a:lnTo>
                <a:lnTo>
                  <a:pt x="1473133" y="1362029"/>
                </a:lnTo>
                <a:lnTo>
                  <a:pt x="1521687" y="1357730"/>
                </a:lnTo>
                <a:lnTo>
                  <a:pt x="1569744" y="1351762"/>
                </a:lnTo>
                <a:lnTo>
                  <a:pt x="1617274" y="1344154"/>
                </a:lnTo>
                <a:lnTo>
                  <a:pt x="1664247" y="1334937"/>
                </a:lnTo>
                <a:lnTo>
                  <a:pt x="1710635" y="1324138"/>
                </a:lnTo>
                <a:lnTo>
                  <a:pt x="1756407" y="1311789"/>
                </a:lnTo>
                <a:lnTo>
                  <a:pt x="1801535" y="1297917"/>
                </a:lnTo>
                <a:lnTo>
                  <a:pt x="1845989" y="1282552"/>
                </a:lnTo>
                <a:lnTo>
                  <a:pt x="1889739" y="1265724"/>
                </a:lnTo>
                <a:lnTo>
                  <a:pt x="1932757" y="1247462"/>
                </a:lnTo>
                <a:lnTo>
                  <a:pt x="1975013" y="1227796"/>
                </a:lnTo>
                <a:lnTo>
                  <a:pt x="2016477" y="1206754"/>
                </a:lnTo>
                <a:lnTo>
                  <a:pt x="2057121" y="1184366"/>
                </a:lnTo>
                <a:lnTo>
                  <a:pt x="2096915" y="1160661"/>
                </a:lnTo>
                <a:lnTo>
                  <a:pt x="2135829" y="1135669"/>
                </a:lnTo>
                <a:lnTo>
                  <a:pt x="2173834" y="1109419"/>
                </a:lnTo>
                <a:lnTo>
                  <a:pt x="2210901" y="1081941"/>
                </a:lnTo>
                <a:lnTo>
                  <a:pt x="2247000" y="1053263"/>
                </a:lnTo>
                <a:lnTo>
                  <a:pt x="2282103" y="1023415"/>
                </a:lnTo>
                <a:lnTo>
                  <a:pt x="2316179" y="992427"/>
                </a:lnTo>
                <a:lnTo>
                  <a:pt x="2349199" y="960328"/>
                </a:lnTo>
                <a:lnTo>
                  <a:pt x="2381135" y="927146"/>
                </a:lnTo>
                <a:lnTo>
                  <a:pt x="2411956" y="892912"/>
                </a:lnTo>
                <a:lnTo>
                  <a:pt x="2441633" y="857655"/>
                </a:lnTo>
                <a:lnTo>
                  <a:pt x="2470137" y="821404"/>
                </a:lnTo>
                <a:lnTo>
                  <a:pt x="2497439" y="784189"/>
                </a:lnTo>
                <a:lnTo>
                  <a:pt x="2523508" y="746038"/>
                </a:lnTo>
                <a:lnTo>
                  <a:pt x="2548317" y="706982"/>
                </a:lnTo>
                <a:lnTo>
                  <a:pt x="2571834" y="667049"/>
                </a:lnTo>
                <a:lnTo>
                  <a:pt x="2594032" y="626269"/>
                </a:lnTo>
                <a:lnTo>
                  <a:pt x="2614881" y="584672"/>
                </a:lnTo>
                <a:lnTo>
                  <a:pt x="2634351" y="542286"/>
                </a:lnTo>
                <a:lnTo>
                  <a:pt x="2652412" y="499141"/>
                </a:lnTo>
                <a:lnTo>
                  <a:pt x="2669036" y="455266"/>
                </a:lnTo>
                <a:lnTo>
                  <a:pt x="2684194" y="410690"/>
                </a:lnTo>
                <a:lnTo>
                  <a:pt x="2697855" y="365444"/>
                </a:lnTo>
                <a:lnTo>
                  <a:pt x="2709991" y="319556"/>
                </a:lnTo>
                <a:lnTo>
                  <a:pt x="2720572" y="273056"/>
                </a:lnTo>
                <a:lnTo>
                  <a:pt x="2729569" y="225973"/>
                </a:lnTo>
                <a:lnTo>
                  <a:pt x="2736952" y="178336"/>
                </a:lnTo>
                <a:lnTo>
                  <a:pt x="2742692" y="130175"/>
                </a:lnTo>
                <a:lnTo>
                  <a:pt x="2749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20113" y="2922397"/>
            <a:ext cx="1488948" cy="2308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4629" y="3600958"/>
            <a:ext cx="3492500" cy="89447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12420" marR="5080" indent="-30035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Black"/>
                <a:cs typeface="Arial Black"/>
              </a:rPr>
              <a:t>It offers several SEO tools which  makes on-site SEO simple.</a:t>
            </a:r>
          </a:p>
        </p:txBody>
      </p:sp>
      <p:sp>
        <p:nvSpPr>
          <p:cNvPr id="6" name="object 6"/>
          <p:cNvSpPr/>
          <p:nvPr/>
        </p:nvSpPr>
        <p:spPr>
          <a:xfrm>
            <a:off x="5333746" y="2930779"/>
            <a:ext cx="1516379" cy="222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61865" y="3600958"/>
            <a:ext cx="3655695" cy="2813591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635" algn="ctr">
              <a:lnSpc>
                <a:spcPct val="90000"/>
              </a:lnSpc>
              <a:spcBef>
                <a:spcPts val="340"/>
              </a:spcBef>
            </a:pPr>
            <a:r>
              <a:rPr sz="2000" dirty="0">
                <a:latin typeface="Arial Black"/>
                <a:cs typeface="Arial Black"/>
              </a:rPr>
              <a:t>It is very easy to edit the content  as it uses WYSIWYG editor (What  You See Is What You Get is a user  interface that allows the user to  directly manipulate the layout of  document without having a  layout command).</a:t>
            </a:r>
          </a:p>
        </p:txBody>
      </p:sp>
      <p:sp>
        <p:nvSpPr>
          <p:cNvPr id="8" name="object 8"/>
          <p:cNvSpPr/>
          <p:nvPr/>
        </p:nvSpPr>
        <p:spPr>
          <a:xfrm>
            <a:off x="9604120" y="2922397"/>
            <a:ext cx="885444" cy="2307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328406" y="3600958"/>
            <a:ext cx="3432810" cy="145873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 marR="5080" algn="ctr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Black"/>
                <a:cs typeface="Arial Black"/>
              </a:rPr>
              <a:t>It allows creating different roles  for users for website such as  admin, author, editor and  contributor.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93191" y="313182"/>
            <a:ext cx="141351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72085" marR="5080" indent="-160020">
              <a:lnSpc>
                <a:spcPts val="3460"/>
              </a:lnSpc>
              <a:spcBef>
                <a:spcPts val="535"/>
              </a:spcBef>
            </a:pPr>
            <a:r>
              <a:rPr sz="2400" b="0" dirty="0">
                <a:solidFill>
                  <a:srgbClr val="FFFFFF"/>
                </a:solidFill>
                <a:latin typeface="Arial Black"/>
                <a:cs typeface="Arial Black"/>
              </a:rPr>
              <a:t>PROS &amp;  CONS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71926" y="496188"/>
            <a:ext cx="7517638" cy="3008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75403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86571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4340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19559" y="6378764"/>
            <a:ext cx="15875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7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9539" y="0"/>
            <a:ext cx="2749550" cy="1365885"/>
          </a:xfrm>
          <a:custGeom>
            <a:avLst/>
            <a:gdLst/>
            <a:ahLst/>
            <a:cxnLst/>
            <a:rect l="l" t="t" r="r" b="b"/>
            <a:pathLst>
              <a:path w="2749550" h="1365885">
                <a:moveTo>
                  <a:pt x="2749296" y="0"/>
                </a:moveTo>
                <a:lnTo>
                  <a:pt x="0" y="0"/>
                </a:lnTo>
                <a:lnTo>
                  <a:pt x="6565" y="130175"/>
                </a:lnTo>
                <a:lnTo>
                  <a:pt x="12310" y="178336"/>
                </a:lnTo>
                <a:lnTo>
                  <a:pt x="19696" y="225973"/>
                </a:lnTo>
                <a:lnTo>
                  <a:pt x="28696" y="273056"/>
                </a:lnTo>
                <a:lnTo>
                  <a:pt x="39280" y="319556"/>
                </a:lnTo>
                <a:lnTo>
                  <a:pt x="51418" y="365444"/>
                </a:lnTo>
                <a:lnTo>
                  <a:pt x="65081" y="410690"/>
                </a:lnTo>
                <a:lnTo>
                  <a:pt x="80241" y="455266"/>
                </a:lnTo>
                <a:lnTo>
                  <a:pt x="96866" y="499141"/>
                </a:lnTo>
                <a:lnTo>
                  <a:pt x="114929" y="542286"/>
                </a:lnTo>
                <a:lnTo>
                  <a:pt x="134400" y="584672"/>
                </a:lnTo>
                <a:lnTo>
                  <a:pt x="155249" y="626269"/>
                </a:lnTo>
                <a:lnTo>
                  <a:pt x="177447" y="667049"/>
                </a:lnTo>
                <a:lnTo>
                  <a:pt x="200965" y="706982"/>
                </a:lnTo>
                <a:lnTo>
                  <a:pt x="225773" y="746038"/>
                </a:lnTo>
                <a:lnTo>
                  <a:pt x="251842" y="784189"/>
                </a:lnTo>
                <a:lnTo>
                  <a:pt x="279143" y="821404"/>
                </a:lnTo>
                <a:lnTo>
                  <a:pt x="307647" y="857655"/>
                </a:lnTo>
                <a:lnTo>
                  <a:pt x="337323" y="892912"/>
                </a:lnTo>
                <a:lnTo>
                  <a:pt x="368143" y="927146"/>
                </a:lnTo>
                <a:lnTo>
                  <a:pt x="400078" y="960328"/>
                </a:lnTo>
                <a:lnTo>
                  <a:pt x="433097" y="992427"/>
                </a:lnTo>
                <a:lnTo>
                  <a:pt x="467173" y="1023415"/>
                </a:lnTo>
                <a:lnTo>
                  <a:pt x="502274" y="1053263"/>
                </a:lnTo>
                <a:lnTo>
                  <a:pt x="538373" y="1081941"/>
                </a:lnTo>
                <a:lnTo>
                  <a:pt x="575439" y="1109419"/>
                </a:lnTo>
                <a:lnTo>
                  <a:pt x="613444" y="1135669"/>
                </a:lnTo>
                <a:lnTo>
                  <a:pt x="652357" y="1160661"/>
                </a:lnTo>
                <a:lnTo>
                  <a:pt x="692150" y="1184366"/>
                </a:lnTo>
                <a:lnTo>
                  <a:pt x="732793" y="1206754"/>
                </a:lnTo>
                <a:lnTo>
                  <a:pt x="774258" y="1227796"/>
                </a:lnTo>
                <a:lnTo>
                  <a:pt x="816514" y="1247462"/>
                </a:lnTo>
                <a:lnTo>
                  <a:pt x="859532" y="1265724"/>
                </a:lnTo>
                <a:lnTo>
                  <a:pt x="903283" y="1282552"/>
                </a:lnTo>
                <a:lnTo>
                  <a:pt x="947737" y="1297917"/>
                </a:lnTo>
                <a:lnTo>
                  <a:pt x="992866" y="1311789"/>
                </a:lnTo>
                <a:lnTo>
                  <a:pt x="1038640" y="1324138"/>
                </a:lnTo>
                <a:lnTo>
                  <a:pt x="1085029" y="1334937"/>
                </a:lnTo>
                <a:lnTo>
                  <a:pt x="1132005" y="1344154"/>
                </a:lnTo>
                <a:lnTo>
                  <a:pt x="1179537" y="1351762"/>
                </a:lnTo>
                <a:lnTo>
                  <a:pt x="1227597" y="1357730"/>
                </a:lnTo>
                <a:lnTo>
                  <a:pt x="1276155" y="1362029"/>
                </a:lnTo>
                <a:lnTo>
                  <a:pt x="1325181" y="1364630"/>
                </a:lnTo>
                <a:lnTo>
                  <a:pt x="1374648" y="1365503"/>
                </a:lnTo>
                <a:lnTo>
                  <a:pt x="1424110" y="1364630"/>
                </a:lnTo>
                <a:lnTo>
                  <a:pt x="1473133" y="1362029"/>
                </a:lnTo>
                <a:lnTo>
                  <a:pt x="1521687" y="1357730"/>
                </a:lnTo>
                <a:lnTo>
                  <a:pt x="1569744" y="1351762"/>
                </a:lnTo>
                <a:lnTo>
                  <a:pt x="1617274" y="1344154"/>
                </a:lnTo>
                <a:lnTo>
                  <a:pt x="1664247" y="1334937"/>
                </a:lnTo>
                <a:lnTo>
                  <a:pt x="1710635" y="1324138"/>
                </a:lnTo>
                <a:lnTo>
                  <a:pt x="1756407" y="1311789"/>
                </a:lnTo>
                <a:lnTo>
                  <a:pt x="1801535" y="1297917"/>
                </a:lnTo>
                <a:lnTo>
                  <a:pt x="1845989" y="1282552"/>
                </a:lnTo>
                <a:lnTo>
                  <a:pt x="1889739" y="1265724"/>
                </a:lnTo>
                <a:lnTo>
                  <a:pt x="1932757" y="1247462"/>
                </a:lnTo>
                <a:lnTo>
                  <a:pt x="1975013" y="1227796"/>
                </a:lnTo>
                <a:lnTo>
                  <a:pt x="2016477" y="1206754"/>
                </a:lnTo>
                <a:lnTo>
                  <a:pt x="2057121" y="1184366"/>
                </a:lnTo>
                <a:lnTo>
                  <a:pt x="2096915" y="1160661"/>
                </a:lnTo>
                <a:lnTo>
                  <a:pt x="2135829" y="1135669"/>
                </a:lnTo>
                <a:lnTo>
                  <a:pt x="2173834" y="1109419"/>
                </a:lnTo>
                <a:lnTo>
                  <a:pt x="2210901" y="1081941"/>
                </a:lnTo>
                <a:lnTo>
                  <a:pt x="2247000" y="1053263"/>
                </a:lnTo>
                <a:lnTo>
                  <a:pt x="2282103" y="1023415"/>
                </a:lnTo>
                <a:lnTo>
                  <a:pt x="2316179" y="992427"/>
                </a:lnTo>
                <a:lnTo>
                  <a:pt x="2349199" y="960328"/>
                </a:lnTo>
                <a:lnTo>
                  <a:pt x="2381135" y="927146"/>
                </a:lnTo>
                <a:lnTo>
                  <a:pt x="2411956" y="892912"/>
                </a:lnTo>
                <a:lnTo>
                  <a:pt x="2441633" y="857655"/>
                </a:lnTo>
                <a:lnTo>
                  <a:pt x="2470137" y="821404"/>
                </a:lnTo>
                <a:lnTo>
                  <a:pt x="2497439" y="784189"/>
                </a:lnTo>
                <a:lnTo>
                  <a:pt x="2523508" y="746038"/>
                </a:lnTo>
                <a:lnTo>
                  <a:pt x="2548317" y="706982"/>
                </a:lnTo>
                <a:lnTo>
                  <a:pt x="2571834" y="667049"/>
                </a:lnTo>
                <a:lnTo>
                  <a:pt x="2594032" y="626269"/>
                </a:lnTo>
                <a:lnTo>
                  <a:pt x="2614881" y="584672"/>
                </a:lnTo>
                <a:lnTo>
                  <a:pt x="2634351" y="542286"/>
                </a:lnTo>
                <a:lnTo>
                  <a:pt x="2652412" y="499141"/>
                </a:lnTo>
                <a:lnTo>
                  <a:pt x="2669036" y="455266"/>
                </a:lnTo>
                <a:lnTo>
                  <a:pt x="2684194" y="410690"/>
                </a:lnTo>
                <a:lnTo>
                  <a:pt x="2697855" y="365444"/>
                </a:lnTo>
                <a:lnTo>
                  <a:pt x="2709991" y="319556"/>
                </a:lnTo>
                <a:lnTo>
                  <a:pt x="2720572" y="273056"/>
                </a:lnTo>
                <a:lnTo>
                  <a:pt x="2729569" y="225973"/>
                </a:lnTo>
                <a:lnTo>
                  <a:pt x="2736952" y="178336"/>
                </a:lnTo>
                <a:lnTo>
                  <a:pt x="2742692" y="130175"/>
                </a:lnTo>
                <a:lnTo>
                  <a:pt x="2749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455" y="2922397"/>
            <a:ext cx="2528290" cy="2974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6633" y="3600958"/>
            <a:ext cx="3428365" cy="89447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Black"/>
                <a:cs typeface="Arial Black"/>
              </a:rPr>
              <a:t>Using several plugins can make  the website heavy to load and  run.</a:t>
            </a:r>
          </a:p>
        </p:txBody>
      </p:sp>
      <p:sp>
        <p:nvSpPr>
          <p:cNvPr id="6" name="object 6"/>
          <p:cNvSpPr/>
          <p:nvPr/>
        </p:nvSpPr>
        <p:spPr>
          <a:xfrm>
            <a:off x="4841494" y="2919602"/>
            <a:ext cx="2499359" cy="2987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72534" y="3600958"/>
            <a:ext cx="3634104" cy="312585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6830" marR="304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Black"/>
                <a:cs typeface="Arial Black"/>
              </a:rPr>
              <a:t>Sometimes software needs to be  updated to keep the WordPress  up-to-date with the current  browsers and mobile devices.</a:t>
            </a:r>
          </a:p>
          <a:p>
            <a:pPr>
              <a:lnSpc>
                <a:spcPts val="2010"/>
              </a:lnSpc>
            </a:pPr>
            <a:r>
              <a:rPr sz="2000" dirty="0">
                <a:latin typeface="Arial Black"/>
                <a:cs typeface="Arial Black"/>
              </a:rPr>
              <a:t>Updating WordPress version</a:t>
            </a:r>
          </a:p>
          <a:p>
            <a:pPr marL="12065" marR="508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latin typeface="Arial Black"/>
                <a:cs typeface="Arial Black"/>
              </a:rPr>
              <a:t>leads to loss of data, so a backup  copy of the website is required.</a:t>
            </a:r>
          </a:p>
        </p:txBody>
      </p:sp>
      <p:sp>
        <p:nvSpPr>
          <p:cNvPr id="8" name="object 8"/>
          <p:cNvSpPr/>
          <p:nvPr/>
        </p:nvSpPr>
        <p:spPr>
          <a:xfrm>
            <a:off x="9230741" y="2929889"/>
            <a:ext cx="1632203" cy="2899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15273" y="3600958"/>
            <a:ext cx="3258820" cy="117660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Black"/>
                <a:cs typeface="Arial Black"/>
              </a:rPr>
              <a:t>Modifying and formatting the  graphic images and tables is  difficult.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93191" y="313182"/>
            <a:ext cx="141351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72085" marR="5080" indent="-160020">
              <a:lnSpc>
                <a:spcPts val="3460"/>
              </a:lnSpc>
              <a:spcBef>
                <a:spcPts val="535"/>
              </a:spcBef>
            </a:pPr>
            <a:r>
              <a:rPr sz="2400" b="0" dirty="0">
                <a:solidFill>
                  <a:srgbClr val="FFFFFF"/>
                </a:solidFill>
                <a:latin typeface="Arial Black"/>
                <a:cs typeface="Arial Black"/>
              </a:rPr>
              <a:t>PROS &amp;  CONS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94914" y="496188"/>
            <a:ext cx="7890890" cy="3008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75403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86571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4340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19559" y="6378764"/>
            <a:ext cx="15875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8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2844" y="3570859"/>
            <a:ext cx="1892300" cy="574040"/>
            <a:chOff x="302844" y="3570859"/>
            <a:chExt cx="1892300" cy="574040"/>
          </a:xfrm>
        </p:grpSpPr>
        <p:sp>
          <p:nvSpPr>
            <p:cNvPr id="3" name="object 3"/>
            <p:cNvSpPr/>
            <p:nvPr/>
          </p:nvSpPr>
          <p:spPr>
            <a:xfrm>
              <a:off x="329399" y="3570859"/>
              <a:ext cx="1850682" cy="2707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2844" y="3872611"/>
              <a:ext cx="1891842" cy="27203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89128" y="4200016"/>
            <a:ext cx="1926767" cy="2463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19754" y="3581780"/>
            <a:ext cx="1124458" cy="2001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757423" y="3872610"/>
            <a:ext cx="1840864" cy="572770"/>
            <a:chOff x="2757423" y="3872610"/>
            <a:chExt cx="1840864" cy="572770"/>
          </a:xfrm>
        </p:grpSpPr>
        <p:sp>
          <p:nvSpPr>
            <p:cNvPr id="8" name="object 8"/>
            <p:cNvSpPr/>
            <p:nvPr/>
          </p:nvSpPr>
          <p:spPr>
            <a:xfrm>
              <a:off x="2757423" y="3872610"/>
              <a:ext cx="1840611" cy="27203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46043" y="4174362"/>
              <a:ext cx="1051559" cy="2707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069966" y="3570859"/>
            <a:ext cx="2059939" cy="513080"/>
            <a:chOff x="5069966" y="3570859"/>
            <a:chExt cx="2059939" cy="513080"/>
          </a:xfrm>
        </p:grpSpPr>
        <p:sp>
          <p:nvSpPr>
            <p:cNvPr id="11" name="object 11"/>
            <p:cNvSpPr/>
            <p:nvPr/>
          </p:nvSpPr>
          <p:spPr>
            <a:xfrm>
              <a:off x="5069966" y="3570859"/>
              <a:ext cx="2059432" cy="27203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70118" y="3872611"/>
              <a:ext cx="1635252" cy="21107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298440" y="4181221"/>
            <a:ext cx="1582420" cy="807720"/>
            <a:chOff x="5298440" y="4181221"/>
            <a:chExt cx="1582420" cy="807720"/>
          </a:xfrm>
        </p:grpSpPr>
        <p:sp>
          <p:nvSpPr>
            <p:cNvPr id="14" name="object 14"/>
            <p:cNvSpPr/>
            <p:nvPr/>
          </p:nvSpPr>
          <p:spPr>
            <a:xfrm>
              <a:off x="5577713" y="4181221"/>
              <a:ext cx="1023492" cy="26390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98440" y="4476115"/>
              <a:ext cx="1582039" cy="27076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48249" y="4777867"/>
              <a:ext cx="1076959" cy="2110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575168" y="3872610"/>
            <a:ext cx="1861185" cy="574040"/>
            <a:chOff x="7575168" y="3872610"/>
            <a:chExt cx="1861185" cy="574040"/>
          </a:xfrm>
        </p:grpSpPr>
        <p:sp>
          <p:nvSpPr>
            <p:cNvPr id="18" name="object 18"/>
            <p:cNvSpPr/>
            <p:nvPr/>
          </p:nvSpPr>
          <p:spPr>
            <a:xfrm>
              <a:off x="7575168" y="3934967"/>
              <a:ext cx="286384" cy="20840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92287" y="3989490"/>
              <a:ext cx="78710" cy="2015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90331" y="3898264"/>
              <a:ext cx="232283" cy="18542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51951" y="3989490"/>
              <a:ext cx="78710" cy="2015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56472" y="3872610"/>
              <a:ext cx="1079373" cy="21107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49412" y="4171822"/>
              <a:ext cx="1496567" cy="27457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7535544" y="3570859"/>
            <a:ext cx="1934209" cy="2112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0085578" y="3581780"/>
            <a:ext cx="1674495" cy="502284"/>
            <a:chOff x="10085578" y="3581780"/>
            <a:chExt cx="1674495" cy="502284"/>
          </a:xfrm>
        </p:grpSpPr>
        <p:sp>
          <p:nvSpPr>
            <p:cNvPr id="26" name="object 26"/>
            <p:cNvSpPr/>
            <p:nvPr/>
          </p:nvSpPr>
          <p:spPr>
            <a:xfrm>
              <a:off x="10142220" y="3581780"/>
              <a:ext cx="1573276" cy="26111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85578" y="3879468"/>
              <a:ext cx="1674114" cy="20421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10058527" y="4174363"/>
            <a:ext cx="1733550" cy="814705"/>
            <a:chOff x="10058527" y="4174363"/>
            <a:chExt cx="1733550" cy="814705"/>
          </a:xfrm>
        </p:grpSpPr>
        <p:sp>
          <p:nvSpPr>
            <p:cNvPr id="29" name="object 29"/>
            <p:cNvSpPr/>
            <p:nvPr/>
          </p:nvSpPr>
          <p:spPr>
            <a:xfrm>
              <a:off x="10334498" y="4174363"/>
              <a:ext cx="1167129" cy="27203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058527" y="4476115"/>
              <a:ext cx="1733169" cy="27203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0393426" y="4775327"/>
              <a:ext cx="1046479" cy="213614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ctrTitle"/>
          </p:nvPr>
        </p:nvSpPr>
        <p:spPr>
          <a:xfrm>
            <a:off x="3339718" y="367131"/>
            <a:ext cx="5512562" cy="8436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4130" marR="5080" indent="-1282065">
              <a:lnSpc>
                <a:spcPct val="115900"/>
              </a:lnSpc>
              <a:spcBef>
                <a:spcPts val="100"/>
              </a:spcBef>
            </a:pPr>
            <a:r>
              <a:rPr sz="2400" dirty="0"/>
              <a:t>5 REASONS WHY YOU SHOULD  BE USING A CMS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1911710" y="6528444"/>
            <a:ext cx="19050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10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4479" y="2510104"/>
            <a:ext cx="116065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6450" algn="l"/>
                <a:tab pos="1932305" algn="l"/>
                <a:tab pos="2427605" algn="l"/>
                <a:tab pos="3182620" algn="l"/>
                <a:tab pos="4347845" algn="l"/>
                <a:tab pos="4841875" algn="l"/>
                <a:tab pos="5597525" algn="l"/>
                <a:tab pos="6762115" algn="l"/>
                <a:tab pos="7257415" algn="l"/>
                <a:tab pos="8005445" algn="l"/>
                <a:tab pos="9177655" algn="l"/>
                <a:tab pos="9672955" algn="l"/>
                <a:tab pos="10427970" algn="l"/>
                <a:tab pos="11593195" algn="l"/>
              </a:tabLst>
            </a:pPr>
            <a:r>
              <a:rPr sz="5400" b="1" u="heavy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</a:t>
            </a:r>
            <a:r>
              <a:rPr sz="5400" b="1" u="heavy" spc="-395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1	</a:t>
            </a:r>
            <a:r>
              <a:rPr sz="5400" b="1" spc="-395" dirty="0">
                <a:latin typeface="Arial"/>
                <a:cs typeface="Arial"/>
              </a:rPr>
              <a:t>	</a:t>
            </a:r>
            <a:r>
              <a:rPr sz="5400" b="1" u="heavy" spc="-395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</a:t>
            </a:r>
            <a:r>
              <a:rPr sz="5400" b="1" u="heavy" spc="229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2	</a:t>
            </a:r>
            <a:r>
              <a:rPr sz="5400" b="1" spc="229" dirty="0">
                <a:latin typeface="Arial"/>
                <a:cs typeface="Arial"/>
              </a:rPr>
              <a:t>	</a:t>
            </a:r>
            <a:r>
              <a:rPr sz="5400" b="1" u="heavy" spc="229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3	</a:t>
            </a:r>
            <a:r>
              <a:rPr sz="5400" b="1" spc="229" dirty="0">
                <a:latin typeface="Arial"/>
                <a:cs typeface="Arial"/>
              </a:rPr>
              <a:t>	</a:t>
            </a:r>
            <a:r>
              <a:rPr sz="5400" b="1" u="heavy" spc="229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</a:t>
            </a:r>
            <a:r>
              <a:rPr sz="5400" b="1" u="heavy" spc="345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4	</a:t>
            </a:r>
            <a:r>
              <a:rPr sz="5400" b="1" spc="345" dirty="0">
                <a:latin typeface="Arial"/>
                <a:cs typeface="Arial"/>
              </a:rPr>
              <a:t>	</a:t>
            </a:r>
            <a:r>
              <a:rPr sz="5400" b="1" u="heavy" spc="345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</a:t>
            </a:r>
            <a:r>
              <a:rPr sz="5400" b="1" u="heavy" spc="229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5	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4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04766" y="0"/>
            <a:ext cx="4582795" cy="2232660"/>
          </a:xfrm>
          <a:custGeom>
            <a:avLst/>
            <a:gdLst/>
            <a:ahLst/>
            <a:cxnLst/>
            <a:rect l="l" t="t" r="r" b="b"/>
            <a:pathLst>
              <a:path w="4582795" h="2232660">
                <a:moveTo>
                  <a:pt x="4582467" y="0"/>
                </a:moveTo>
                <a:lnTo>
                  <a:pt x="0" y="0"/>
                </a:lnTo>
                <a:lnTo>
                  <a:pt x="1148" y="36851"/>
                </a:lnTo>
                <a:lnTo>
                  <a:pt x="3646" y="84933"/>
                </a:lnTo>
                <a:lnTo>
                  <a:pt x="7127" y="132748"/>
                </a:lnTo>
                <a:lnTo>
                  <a:pt x="11580" y="180286"/>
                </a:lnTo>
                <a:lnTo>
                  <a:pt x="16995" y="227539"/>
                </a:lnTo>
                <a:lnTo>
                  <a:pt x="23363" y="274495"/>
                </a:lnTo>
                <a:lnTo>
                  <a:pt x="30673" y="321145"/>
                </a:lnTo>
                <a:lnTo>
                  <a:pt x="38915" y="367479"/>
                </a:lnTo>
                <a:lnTo>
                  <a:pt x="48080" y="413487"/>
                </a:lnTo>
                <a:lnTo>
                  <a:pt x="58157" y="459158"/>
                </a:lnTo>
                <a:lnTo>
                  <a:pt x="69137" y="504484"/>
                </a:lnTo>
                <a:lnTo>
                  <a:pt x="81010" y="549454"/>
                </a:lnTo>
                <a:lnTo>
                  <a:pt x="93765" y="594058"/>
                </a:lnTo>
                <a:lnTo>
                  <a:pt x="107394" y="638286"/>
                </a:lnTo>
                <a:lnTo>
                  <a:pt x="121885" y="682128"/>
                </a:lnTo>
                <a:lnTo>
                  <a:pt x="137229" y="725575"/>
                </a:lnTo>
                <a:lnTo>
                  <a:pt x="153416" y="768616"/>
                </a:lnTo>
                <a:lnTo>
                  <a:pt x="170436" y="811241"/>
                </a:lnTo>
                <a:lnTo>
                  <a:pt x="188279" y="853441"/>
                </a:lnTo>
                <a:lnTo>
                  <a:pt x="206935" y="895206"/>
                </a:lnTo>
                <a:lnTo>
                  <a:pt x="226394" y="936525"/>
                </a:lnTo>
                <a:lnTo>
                  <a:pt x="246647" y="977388"/>
                </a:lnTo>
                <a:lnTo>
                  <a:pt x="267683" y="1017787"/>
                </a:lnTo>
                <a:lnTo>
                  <a:pt x="289492" y="1057710"/>
                </a:lnTo>
                <a:lnTo>
                  <a:pt x="312065" y="1097148"/>
                </a:lnTo>
                <a:lnTo>
                  <a:pt x="335391" y="1136091"/>
                </a:lnTo>
                <a:lnTo>
                  <a:pt x="359461" y="1174528"/>
                </a:lnTo>
                <a:lnTo>
                  <a:pt x="384265" y="1212451"/>
                </a:lnTo>
                <a:lnTo>
                  <a:pt x="409792" y="1249849"/>
                </a:lnTo>
                <a:lnTo>
                  <a:pt x="436033" y="1286711"/>
                </a:lnTo>
                <a:lnTo>
                  <a:pt x="462977" y="1323029"/>
                </a:lnTo>
                <a:lnTo>
                  <a:pt x="490615" y="1358792"/>
                </a:lnTo>
                <a:lnTo>
                  <a:pt x="518938" y="1393991"/>
                </a:lnTo>
                <a:lnTo>
                  <a:pt x="547934" y="1428614"/>
                </a:lnTo>
                <a:lnTo>
                  <a:pt x="577594" y="1462653"/>
                </a:lnTo>
                <a:lnTo>
                  <a:pt x="607908" y="1496098"/>
                </a:lnTo>
                <a:lnTo>
                  <a:pt x="638867" y="1528937"/>
                </a:lnTo>
                <a:lnTo>
                  <a:pt x="670459" y="1561163"/>
                </a:lnTo>
                <a:lnTo>
                  <a:pt x="702676" y="1592764"/>
                </a:lnTo>
                <a:lnTo>
                  <a:pt x="735507" y="1623730"/>
                </a:lnTo>
                <a:lnTo>
                  <a:pt x="768942" y="1654053"/>
                </a:lnTo>
                <a:lnTo>
                  <a:pt x="802972" y="1683721"/>
                </a:lnTo>
                <a:lnTo>
                  <a:pt x="837586" y="1712725"/>
                </a:lnTo>
                <a:lnTo>
                  <a:pt x="872775" y="1741055"/>
                </a:lnTo>
                <a:lnTo>
                  <a:pt x="908529" y="1768700"/>
                </a:lnTo>
                <a:lnTo>
                  <a:pt x="944837" y="1795652"/>
                </a:lnTo>
                <a:lnTo>
                  <a:pt x="981689" y="1821899"/>
                </a:lnTo>
                <a:lnTo>
                  <a:pt x="1019077" y="1847433"/>
                </a:lnTo>
                <a:lnTo>
                  <a:pt x="1056989" y="1872243"/>
                </a:lnTo>
                <a:lnTo>
                  <a:pt x="1095416" y="1896319"/>
                </a:lnTo>
                <a:lnTo>
                  <a:pt x="1134348" y="1919652"/>
                </a:lnTo>
                <a:lnTo>
                  <a:pt x="1173775" y="1942230"/>
                </a:lnTo>
                <a:lnTo>
                  <a:pt x="1213687" y="1964045"/>
                </a:lnTo>
                <a:lnTo>
                  <a:pt x="1254074" y="1985087"/>
                </a:lnTo>
                <a:lnTo>
                  <a:pt x="1294926" y="2005345"/>
                </a:lnTo>
                <a:lnTo>
                  <a:pt x="1336234" y="2024809"/>
                </a:lnTo>
                <a:lnTo>
                  <a:pt x="1377986" y="2043470"/>
                </a:lnTo>
                <a:lnTo>
                  <a:pt x="1420174" y="2061318"/>
                </a:lnTo>
                <a:lnTo>
                  <a:pt x="1462788" y="2078342"/>
                </a:lnTo>
                <a:lnTo>
                  <a:pt x="1505816" y="2094533"/>
                </a:lnTo>
                <a:lnTo>
                  <a:pt x="1549251" y="2109881"/>
                </a:lnTo>
                <a:lnTo>
                  <a:pt x="1593081" y="2124376"/>
                </a:lnTo>
                <a:lnTo>
                  <a:pt x="1637296" y="2138008"/>
                </a:lnTo>
                <a:lnTo>
                  <a:pt x="1681887" y="2150766"/>
                </a:lnTo>
                <a:lnTo>
                  <a:pt x="1726844" y="2162642"/>
                </a:lnTo>
                <a:lnTo>
                  <a:pt x="1772157" y="2173625"/>
                </a:lnTo>
                <a:lnTo>
                  <a:pt x="1817815" y="2183705"/>
                </a:lnTo>
                <a:lnTo>
                  <a:pt x="1863809" y="2192872"/>
                </a:lnTo>
                <a:lnTo>
                  <a:pt x="1910130" y="2201116"/>
                </a:lnTo>
                <a:lnTo>
                  <a:pt x="1956766" y="2208428"/>
                </a:lnTo>
                <a:lnTo>
                  <a:pt x="2003708" y="2214797"/>
                </a:lnTo>
                <a:lnTo>
                  <a:pt x="2050947" y="2220214"/>
                </a:lnTo>
                <a:lnTo>
                  <a:pt x="2098472" y="2224668"/>
                </a:lnTo>
                <a:lnTo>
                  <a:pt x="2146272" y="2228149"/>
                </a:lnTo>
                <a:lnTo>
                  <a:pt x="2194340" y="2230648"/>
                </a:lnTo>
                <a:lnTo>
                  <a:pt x="2242663" y="2232155"/>
                </a:lnTo>
                <a:lnTo>
                  <a:pt x="2291233" y="2232660"/>
                </a:lnTo>
                <a:lnTo>
                  <a:pt x="2339803" y="2232155"/>
                </a:lnTo>
                <a:lnTo>
                  <a:pt x="2388127" y="2230648"/>
                </a:lnTo>
                <a:lnTo>
                  <a:pt x="2436194" y="2228149"/>
                </a:lnTo>
                <a:lnTo>
                  <a:pt x="2483995" y="2224668"/>
                </a:lnTo>
                <a:lnTo>
                  <a:pt x="2531519" y="2220214"/>
                </a:lnTo>
                <a:lnTo>
                  <a:pt x="2578758" y="2214797"/>
                </a:lnTo>
                <a:lnTo>
                  <a:pt x="2625700" y="2208428"/>
                </a:lnTo>
                <a:lnTo>
                  <a:pt x="2672337" y="2201116"/>
                </a:lnTo>
                <a:lnTo>
                  <a:pt x="2718657" y="2192872"/>
                </a:lnTo>
                <a:lnTo>
                  <a:pt x="2764651" y="2183705"/>
                </a:lnTo>
                <a:lnTo>
                  <a:pt x="2810310" y="2173625"/>
                </a:lnTo>
                <a:lnTo>
                  <a:pt x="2855622" y="2162642"/>
                </a:lnTo>
                <a:lnTo>
                  <a:pt x="2900579" y="2150766"/>
                </a:lnTo>
                <a:lnTo>
                  <a:pt x="2945170" y="2138008"/>
                </a:lnTo>
                <a:lnTo>
                  <a:pt x="2989386" y="2124376"/>
                </a:lnTo>
                <a:lnTo>
                  <a:pt x="3033216" y="2109881"/>
                </a:lnTo>
                <a:lnTo>
                  <a:pt x="3076650" y="2094533"/>
                </a:lnTo>
                <a:lnTo>
                  <a:pt x="3119679" y="2078342"/>
                </a:lnTo>
                <a:lnTo>
                  <a:pt x="3162292" y="2061318"/>
                </a:lnTo>
                <a:lnTo>
                  <a:pt x="3204480" y="2043470"/>
                </a:lnTo>
                <a:lnTo>
                  <a:pt x="3246233" y="2024809"/>
                </a:lnTo>
                <a:lnTo>
                  <a:pt x="3287540" y="2005345"/>
                </a:lnTo>
                <a:lnTo>
                  <a:pt x="3328393" y="1985087"/>
                </a:lnTo>
                <a:lnTo>
                  <a:pt x="3368780" y="1964045"/>
                </a:lnTo>
                <a:lnTo>
                  <a:pt x="3408692" y="1942230"/>
                </a:lnTo>
                <a:lnTo>
                  <a:pt x="3448119" y="1919652"/>
                </a:lnTo>
                <a:lnTo>
                  <a:pt x="3487051" y="1896319"/>
                </a:lnTo>
                <a:lnTo>
                  <a:pt x="3525478" y="1872243"/>
                </a:lnTo>
                <a:lnTo>
                  <a:pt x="3563390" y="1847433"/>
                </a:lnTo>
                <a:lnTo>
                  <a:pt x="3600777" y="1821899"/>
                </a:lnTo>
                <a:lnTo>
                  <a:pt x="3637630" y="1795652"/>
                </a:lnTo>
                <a:lnTo>
                  <a:pt x="3673938" y="1768700"/>
                </a:lnTo>
                <a:lnTo>
                  <a:pt x="3709691" y="1741055"/>
                </a:lnTo>
                <a:lnTo>
                  <a:pt x="3744880" y="1712725"/>
                </a:lnTo>
                <a:lnTo>
                  <a:pt x="3779494" y="1683721"/>
                </a:lnTo>
                <a:lnTo>
                  <a:pt x="3813524" y="1654053"/>
                </a:lnTo>
                <a:lnTo>
                  <a:pt x="3846959" y="1623730"/>
                </a:lnTo>
                <a:lnTo>
                  <a:pt x="3879790" y="1592764"/>
                </a:lnTo>
                <a:lnTo>
                  <a:pt x="3912007" y="1561163"/>
                </a:lnTo>
                <a:lnTo>
                  <a:pt x="3943600" y="1528937"/>
                </a:lnTo>
                <a:lnTo>
                  <a:pt x="3974558" y="1496098"/>
                </a:lnTo>
                <a:lnTo>
                  <a:pt x="4004872" y="1462653"/>
                </a:lnTo>
                <a:lnTo>
                  <a:pt x="4034533" y="1428614"/>
                </a:lnTo>
                <a:lnTo>
                  <a:pt x="4063529" y="1393991"/>
                </a:lnTo>
                <a:lnTo>
                  <a:pt x="4091851" y="1358792"/>
                </a:lnTo>
                <a:lnTo>
                  <a:pt x="4119489" y="1323029"/>
                </a:lnTo>
                <a:lnTo>
                  <a:pt x="4146434" y="1286711"/>
                </a:lnTo>
                <a:lnTo>
                  <a:pt x="4172675" y="1249849"/>
                </a:lnTo>
                <a:lnTo>
                  <a:pt x="4198202" y="1212451"/>
                </a:lnTo>
                <a:lnTo>
                  <a:pt x="4223005" y="1174528"/>
                </a:lnTo>
                <a:lnTo>
                  <a:pt x="4247075" y="1136091"/>
                </a:lnTo>
                <a:lnTo>
                  <a:pt x="4270401" y="1097148"/>
                </a:lnTo>
                <a:lnTo>
                  <a:pt x="4292974" y="1057710"/>
                </a:lnTo>
                <a:lnTo>
                  <a:pt x="4314783" y="1017787"/>
                </a:lnTo>
                <a:lnTo>
                  <a:pt x="4335819" y="977388"/>
                </a:lnTo>
                <a:lnTo>
                  <a:pt x="4356072" y="936525"/>
                </a:lnTo>
                <a:lnTo>
                  <a:pt x="4375531" y="895206"/>
                </a:lnTo>
                <a:lnTo>
                  <a:pt x="4394188" y="853441"/>
                </a:lnTo>
                <a:lnTo>
                  <a:pt x="4412031" y="811241"/>
                </a:lnTo>
                <a:lnTo>
                  <a:pt x="4429051" y="768616"/>
                </a:lnTo>
                <a:lnTo>
                  <a:pt x="4445238" y="725575"/>
                </a:lnTo>
                <a:lnTo>
                  <a:pt x="4460582" y="682128"/>
                </a:lnTo>
                <a:lnTo>
                  <a:pt x="4475073" y="638286"/>
                </a:lnTo>
                <a:lnTo>
                  <a:pt x="4488701" y="594058"/>
                </a:lnTo>
                <a:lnTo>
                  <a:pt x="4501457" y="549454"/>
                </a:lnTo>
                <a:lnTo>
                  <a:pt x="4513329" y="504484"/>
                </a:lnTo>
                <a:lnTo>
                  <a:pt x="4524309" y="459158"/>
                </a:lnTo>
                <a:lnTo>
                  <a:pt x="4534387" y="413487"/>
                </a:lnTo>
                <a:lnTo>
                  <a:pt x="4543552" y="367479"/>
                </a:lnTo>
                <a:lnTo>
                  <a:pt x="4551794" y="321145"/>
                </a:lnTo>
                <a:lnTo>
                  <a:pt x="4559104" y="274495"/>
                </a:lnTo>
                <a:lnTo>
                  <a:pt x="4565471" y="227539"/>
                </a:lnTo>
                <a:lnTo>
                  <a:pt x="4570886" y="180286"/>
                </a:lnTo>
                <a:lnTo>
                  <a:pt x="4575339" y="132748"/>
                </a:lnTo>
                <a:lnTo>
                  <a:pt x="4578820" y="84933"/>
                </a:lnTo>
                <a:lnTo>
                  <a:pt x="4581318" y="36851"/>
                </a:lnTo>
                <a:lnTo>
                  <a:pt x="4582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1227" y="3040252"/>
            <a:ext cx="10589501" cy="382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5324" y="3509771"/>
            <a:ext cx="8032254" cy="45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55632" y="3390392"/>
            <a:ext cx="2007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20" dirty="0">
                <a:solidFill>
                  <a:srgbClr val="75D1FF"/>
                </a:solidFill>
                <a:latin typeface="Arial"/>
                <a:cs typeface="Arial"/>
              </a:rPr>
              <a:t>REASON.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9400" y="4267200"/>
            <a:ext cx="64524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UNDERSTAND EACH POINTS CLEARLY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919598" y="389636"/>
            <a:ext cx="24288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60" dirty="0"/>
              <a:t>F</a:t>
            </a:r>
            <a:r>
              <a:rPr spc="-275" dirty="0"/>
              <a:t>A</a:t>
            </a:r>
            <a:r>
              <a:rPr spc="-495" dirty="0"/>
              <a:t>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6582" y="351790"/>
            <a:ext cx="3575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1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1236522" y="3539363"/>
            <a:ext cx="3621227" cy="330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9849" y="4445889"/>
            <a:ext cx="5552440" cy="14010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algn="ctr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252525"/>
                </a:solidFill>
                <a:latin typeface="Arial Black"/>
                <a:cs typeface="Arial Black"/>
              </a:rPr>
              <a:t>CMS enables YOU to update and edit the  content of your website.</a:t>
            </a:r>
            <a:endParaRPr sz="2400" dirty="0">
              <a:latin typeface="Arial Black"/>
              <a:cs typeface="Arial Black"/>
            </a:endParaRPr>
          </a:p>
          <a:p>
            <a:pPr marL="3810" algn="ctr">
              <a:lnSpc>
                <a:spcPct val="100000"/>
              </a:lnSpc>
              <a:spcBef>
                <a:spcPts val="330"/>
              </a:spcBef>
            </a:pPr>
            <a:r>
              <a:rPr sz="2000" b="1" spc="50" dirty="0">
                <a:solidFill>
                  <a:srgbClr val="252525"/>
                </a:solidFill>
                <a:latin typeface="Arial"/>
                <a:cs typeface="Arial"/>
              </a:rPr>
              <a:t>More </a:t>
            </a:r>
            <a:r>
              <a:rPr sz="2000" b="1" spc="-25" dirty="0">
                <a:solidFill>
                  <a:srgbClr val="252525"/>
                </a:solidFill>
                <a:latin typeface="Arial"/>
                <a:cs typeface="Arial"/>
              </a:rPr>
              <a:t>dynamic, </a:t>
            </a:r>
            <a:r>
              <a:rPr sz="2000" b="1" spc="50" dirty="0">
                <a:solidFill>
                  <a:srgbClr val="252525"/>
                </a:solidFill>
                <a:latin typeface="Arial"/>
                <a:cs typeface="Arial"/>
              </a:rPr>
              <a:t>More</a:t>
            </a:r>
            <a:r>
              <a:rPr sz="2000" b="1" spc="-6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000" b="1" spc="45" dirty="0">
                <a:solidFill>
                  <a:srgbClr val="252525"/>
                </a:solidFill>
                <a:latin typeface="Arial"/>
                <a:cs typeface="Arial"/>
              </a:rPr>
              <a:t>to-the-minute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9943" y="1651635"/>
            <a:ext cx="5470207" cy="4457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7997" y="2188845"/>
            <a:ext cx="3666770" cy="4023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29528" y="0"/>
            <a:ext cx="6062471" cy="68564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9552" y="3535934"/>
            <a:ext cx="2061337" cy="3309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00801" y="4442586"/>
            <a:ext cx="5715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0" dirty="0">
                <a:solidFill>
                  <a:srgbClr val="252525"/>
                </a:solidFill>
                <a:latin typeface="Arial Black"/>
                <a:cs typeface="Arial Black"/>
              </a:rPr>
              <a:t>What | You | See | Is | What | You| Get</a:t>
            </a:r>
            <a:endParaRPr sz="2400" spc="-150" dirty="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09156" y="1651635"/>
            <a:ext cx="4887696" cy="4457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09482" y="2145410"/>
            <a:ext cx="1657477" cy="4434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26194" y="351790"/>
            <a:ext cx="43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2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11924156" y="6560007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13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094476" cy="68564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0476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17933" y="6560652"/>
            <a:ext cx="165100" cy="20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00" spc="-155" dirty="0">
                <a:solidFill>
                  <a:srgbClr val="FFFFFF"/>
                </a:solidFill>
                <a:latin typeface="Arial Black"/>
                <a:cs typeface="Arial Black"/>
              </a:rPr>
              <a:t>14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73712" cy="685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24885" y="351790"/>
            <a:ext cx="43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3</a:t>
            </a:r>
            <a:endParaRPr sz="5400"/>
          </a:p>
        </p:txBody>
      </p:sp>
      <p:sp>
        <p:nvSpPr>
          <p:cNvPr id="6" name="object 6"/>
          <p:cNvSpPr txBox="1"/>
          <p:nvPr/>
        </p:nvSpPr>
        <p:spPr>
          <a:xfrm>
            <a:off x="396036" y="1520139"/>
            <a:ext cx="5774690" cy="507446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0645" marR="155575" indent="325755">
              <a:lnSpc>
                <a:spcPts val="3890"/>
              </a:lnSpc>
              <a:spcBef>
                <a:spcPts val="590"/>
              </a:spcBef>
            </a:pPr>
            <a:r>
              <a:rPr sz="3600" spc="-150" dirty="0">
                <a:solidFill>
                  <a:srgbClr val="FFFFFF"/>
                </a:solidFill>
                <a:latin typeface="Arial Black"/>
                <a:cs typeface="Arial Black"/>
              </a:rPr>
              <a:t>Redesigning your website  won’t require a complete site</a:t>
            </a:r>
            <a:endParaRPr sz="3600" spc="-150" dirty="0">
              <a:latin typeface="Arial Black"/>
              <a:cs typeface="Arial Black"/>
            </a:endParaRPr>
          </a:p>
          <a:p>
            <a:pPr marL="1967864">
              <a:lnSpc>
                <a:spcPts val="3829"/>
              </a:lnSpc>
            </a:pPr>
            <a:r>
              <a:rPr sz="3600" spc="-150" dirty="0">
                <a:solidFill>
                  <a:srgbClr val="FFFFFF"/>
                </a:solidFill>
                <a:latin typeface="Arial Black"/>
                <a:cs typeface="Arial Black"/>
              </a:rPr>
              <a:t>overhaul.</a:t>
            </a:r>
            <a:endParaRPr sz="3600" spc="-150" dirty="0">
              <a:latin typeface="Arial Black"/>
              <a:cs typeface="Arial Black"/>
            </a:endParaRPr>
          </a:p>
          <a:p>
            <a:pPr marL="1905" algn="ctr">
              <a:lnSpc>
                <a:spcPct val="100000"/>
              </a:lnSpc>
              <a:spcBef>
                <a:spcPts val="2670"/>
              </a:spcBef>
            </a:pPr>
            <a:r>
              <a:rPr sz="3600" b="1" spc="-85" dirty="0">
                <a:solidFill>
                  <a:srgbClr val="FFFFFF"/>
                </a:solidFill>
                <a:latin typeface="Trebuchet MS"/>
                <a:cs typeface="Trebuchet MS"/>
              </a:rPr>
              <a:t>EASILY </a:t>
            </a:r>
            <a:r>
              <a:rPr sz="3600" b="1" spc="-55" dirty="0">
                <a:solidFill>
                  <a:srgbClr val="FFFFFF"/>
                </a:solidFill>
                <a:latin typeface="Trebuchet MS"/>
                <a:cs typeface="Trebuchet MS"/>
              </a:rPr>
              <a:t>REPLACE</a:t>
            </a:r>
            <a:r>
              <a:rPr sz="36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1" spc="105" dirty="0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endParaRPr sz="3600" dirty="0">
              <a:latin typeface="Trebuchet MS"/>
              <a:cs typeface="Trebuchet MS"/>
            </a:endParaRPr>
          </a:p>
          <a:p>
            <a:pPr marL="12065" marR="5080" indent="1270" algn="ctr">
              <a:lnSpc>
                <a:spcPct val="90000"/>
              </a:lnSpc>
              <a:spcBef>
                <a:spcPts val="3525"/>
              </a:spcBef>
            </a:pPr>
            <a:r>
              <a:rPr sz="2400" spc="-150" dirty="0">
                <a:solidFill>
                  <a:srgbClr val="FFFFFF"/>
                </a:solidFill>
                <a:latin typeface="Arial Black"/>
                <a:cs typeface="Arial Black"/>
              </a:rPr>
              <a:t>The design is created separately from the  content. So when you’re ready to change  the look of your site, the old design can be  lifted off and replaced with a new design  with no problems.</a:t>
            </a:r>
            <a:endParaRPr sz="2400" spc="-15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51676" y="499872"/>
            <a:ext cx="5498591" cy="5858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29528" y="0"/>
            <a:ext cx="6062980" cy="6856730"/>
            <a:chOff x="6129528" y="0"/>
            <a:chExt cx="6062980" cy="6856730"/>
          </a:xfrm>
        </p:grpSpPr>
        <p:sp>
          <p:nvSpPr>
            <p:cNvPr id="3" name="object 3"/>
            <p:cNvSpPr/>
            <p:nvPr/>
          </p:nvSpPr>
          <p:spPr>
            <a:xfrm>
              <a:off x="6129528" y="0"/>
              <a:ext cx="6062471" cy="6856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08036" y="3560063"/>
              <a:ext cx="2702052" cy="32933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59068" y="0"/>
              <a:ext cx="5932932" cy="40294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56424" y="3539363"/>
            <a:ext cx="4637265" cy="36855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1353" y="4363592"/>
            <a:ext cx="5905500" cy="158697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79375" marR="73660" algn="ctr">
              <a:lnSpc>
                <a:spcPts val="2160"/>
              </a:lnSpc>
              <a:spcBef>
                <a:spcPts val="375"/>
              </a:spcBef>
            </a:pPr>
            <a:r>
              <a:rPr sz="2000" b="1" spc="-25" dirty="0">
                <a:solidFill>
                  <a:srgbClr val="252525"/>
                </a:solidFill>
                <a:latin typeface="Arial"/>
                <a:cs typeface="Arial"/>
              </a:rPr>
              <a:t>Provide </a:t>
            </a:r>
            <a:r>
              <a:rPr sz="2000" b="1" spc="-100" dirty="0">
                <a:solidFill>
                  <a:srgbClr val="252525"/>
                </a:solidFill>
                <a:latin typeface="Arial"/>
                <a:cs typeface="Arial"/>
              </a:rPr>
              <a:t>users </a:t>
            </a:r>
            <a:r>
              <a:rPr sz="2000" b="1" spc="30" dirty="0">
                <a:solidFill>
                  <a:srgbClr val="252525"/>
                </a:solidFill>
                <a:latin typeface="Arial"/>
                <a:cs typeface="Arial"/>
              </a:rPr>
              <a:t>with </a:t>
            </a:r>
            <a:r>
              <a:rPr sz="2000" b="1" spc="15" dirty="0">
                <a:solidFill>
                  <a:srgbClr val="252525"/>
                </a:solidFill>
                <a:latin typeface="Arial"/>
                <a:cs typeface="Arial"/>
              </a:rPr>
              <a:t>frequent </a:t>
            </a:r>
            <a:r>
              <a:rPr sz="2000" b="1" spc="-30" dirty="0">
                <a:solidFill>
                  <a:srgbClr val="252525"/>
                </a:solidFill>
                <a:latin typeface="Arial"/>
                <a:cs typeface="Arial"/>
              </a:rPr>
              <a:t>upgrades, </a:t>
            </a:r>
            <a:r>
              <a:rPr sz="2000" b="1" spc="-135" dirty="0">
                <a:solidFill>
                  <a:srgbClr val="252525"/>
                </a:solidFill>
                <a:latin typeface="Arial"/>
                <a:cs typeface="Arial"/>
              </a:rPr>
              <a:t>as </a:t>
            </a:r>
            <a:r>
              <a:rPr sz="2000" b="1" dirty="0">
                <a:solidFill>
                  <a:srgbClr val="252525"/>
                </a:solidFill>
                <a:latin typeface="Arial"/>
                <a:cs typeface="Arial"/>
              </a:rPr>
              <a:t>well </a:t>
            </a:r>
            <a:r>
              <a:rPr sz="2000" b="1" spc="-130" dirty="0">
                <a:solidFill>
                  <a:srgbClr val="252525"/>
                </a:solidFill>
                <a:latin typeface="Arial"/>
                <a:cs typeface="Arial"/>
              </a:rPr>
              <a:t>as  </a:t>
            </a:r>
            <a:r>
              <a:rPr sz="2000" b="1" spc="10" dirty="0">
                <a:solidFill>
                  <a:srgbClr val="252525"/>
                </a:solidFill>
                <a:latin typeface="Arial"/>
                <a:cs typeface="Arial"/>
              </a:rPr>
              <a:t>training </a:t>
            </a:r>
            <a:r>
              <a:rPr sz="2000" b="1" spc="-30" dirty="0">
                <a:solidFill>
                  <a:srgbClr val="252525"/>
                </a:solidFill>
                <a:latin typeface="Arial"/>
                <a:cs typeface="Arial"/>
              </a:rPr>
              <a:t>tools </a:t>
            </a:r>
            <a:r>
              <a:rPr sz="2000" b="1" spc="-10" dirty="0">
                <a:solidFill>
                  <a:srgbClr val="252525"/>
                </a:solidFill>
                <a:latin typeface="Arial"/>
                <a:cs typeface="Arial"/>
              </a:rPr>
              <a:t>on </a:t>
            </a:r>
            <a:r>
              <a:rPr sz="2000" b="1" spc="5" dirty="0">
                <a:solidFill>
                  <a:srgbClr val="252525"/>
                </a:solidFill>
                <a:latin typeface="Arial"/>
                <a:cs typeface="Arial"/>
              </a:rPr>
              <a:t>how </a:t>
            </a:r>
            <a:r>
              <a:rPr sz="2000" b="1" spc="50" dirty="0">
                <a:solidFill>
                  <a:srgbClr val="252525"/>
                </a:solidFill>
                <a:latin typeface="Arial"/>
                <a:cs typeface="Arial"/>
              </a:rPr>
              <a:t>to </a:t>
            </a:r>
            <a:r>
              <a:rPr sz="2000" b="1" spc="-95" dirty="0">
                <a:solidFill>
                  <a:srgbClr val="252525"/>
                </a:solidFill>
                <a:latin typeface="Arial"/>
                <a:cs typeface="Arial"/>
              </a:rPr>
              <a:t>use </a:t>
            </a:r>
            <a:r>
              <a:rPr sz="2000" b="1" dirty="0">
                <a:solidFill>
                  <a:srgbClr val="252525"/>
                </a:solidFill>
                <a:latin typeface="Arial"/>
                <a:cs typeface="Arial"/>
              </a:rPr>
              <a:t>new</a:t>
            </a:r>
            <a:r>
              <a:rPr sz="20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52525"/>
                </a:solidFill>
                <a:latin typeface="Arial"/>
                <a:cs typeface="Arial"/>
              </a:rPr>
              <a:t>functionality.</a:t>
            </a:r>
            <a:endParaRPr sz="2000" dirty="0">
              <a:latin typeface="Arial"/>
              <a:cs typeface="Arial"/>
            </a:endParaRPr>
          </a:p>
          <a:p>
            <a:pPr algn="ctr">
              <a:lnSpc>
                <a:spcPts val="2770"/>
              </a:lnSpc>
              <a:spcBef>
                <a:spcPts val="165"/>
              </a:spcBef>
            </a:pPr>
            <a:r>
              <a:rPr sz="2400" dirty="0">
                <a:solidFill>
                  <a:srgbClr val="585858"/>
                </a:solidFill>
                <a:latin typeface="Arial Black"/>
                <a:cs typeface="Arial Black"/>
              </a:rPr>
              <a:t>Many proprietary CMS</a:t>
            </a:r>
            <a:endParaRPr sz="2400" dirty="0">
              <a:latin typeface="Arial Black"/>
              <a:cs typeface="Arial Black"/>
            </a:endParaRPr>
          </a:p>
          <a:p>
            <a:pPr marL="12065" marR="5080" algn="ctr">
              <a:lnSpc>
                <a:spcPts val="2160"/>
              </a:lnSpc>
              <a:spcBef>
                <a:spcPts val="165"/>
              </a:spcBef>
            </a:pPr>
            <a:r>
              <a:rPr sz="2000" b="1" spc="-70" dirty="0">
                <a:solidFill>
                  <a:srgbClr val="252525"/>
                </a:solidFill>
                <a:latin typeface="Arial"/>
                <a:cs typeface="Arial"/>
              </a:rPr>
              <a:t>also </a:t>
            </a:r>
            <a:r>
              <a:rPr sz="2000" b="1" spc="-30" dirty="0">
                <a:solidFill>
                  <a:srgbClr val="252525"/>
                </a:solidFill>
                <a:latin typeface="Arial"/>
                <a:cs typeface="Arial"/>
              </a:rPr>
              <a:t>come </a:t>
            </a:r>
            <a:r>
              <a:rPr sz="2000" b="1" spc="30" dirty="0">
                <a:solidFill>
                  <a:srgbClr val="252525"/>
                </a:solidFill>
                <a:latin typeface="Arial"/>
                <a:cs typeface="Arial"/>
              </a:rPr>
              <a:t>with </a:t>
            </a:r>
            <a:r>
              <a:rPr sz="2000" b="1" spc="-35" dirty="0">
                <a:solidFill>
                  <a:srgbClr val="252525"/>
                </a:solidFill>
                <a:latin typeface="Arial"/>
                <a:cs typeface="Arial"/>
              </a:rPr>
              <a:t>a </a:t>
            </a:r>
            <a:r>
              <a:rPr sz="2000" b="1" spc="-5" dirty="0">
                <a:solidFill>
                  <a:srgbClr val="252525"/>
                </a:solidFill>
                <a:latin typeface="Arial"/>
                <a:cs typeface="Arial"/>
              </a:rPr>
              <a:t>support </a:t>
            </a:r>
            <a:r>
              <a:rPr sz="2000" b="1" spc="20" dirty="0">
                <a:solidFill>
                  <a:srgbClr val="252525"/>
                </a:solidFill>
                <a:latin typeface="Arial"/>
                <a:cs typeface="Arial"/>
              </a:rPr>
              <a:t>team </a:t>
            </a:r>
            <a:r>
              <a:rPr sz="2000" b="1" spc="40" dirty="0">
                <a:solidFill>
                  <a:srgbClr val="252525"/>
                </a:solidFill>
                <a:latin typeface="Arial"/>
                <a:cs typeface="Arial"/>
              </a:rPr>
              <a:t>that </a:t>
            </a:r>
            <a:r>
              <a:rPr sz="2000" b="1" spc="-100" dirty="0">
                <a:solidFill>
                  <a:srgbClr val="252525"/>
                </a:solidFill>
                <a:latin typeface="Arial"/>
                <a:cs typeface="Arial"/>
              </a:rPr>
              <a:t>users </a:t>
            </a:r>
            <a:r>
              <a:rPr sz="2000" b="1" spc="-65" dirty="0">
                <a:solidFill>
                  <a:srgbClr val="252525"/>
                </a:solidFill>
                <a:latin typeface="Arial"/>
                <a:cs typeface="Arial"/>
              </a:rPr>
              <a:t>can </a:t>
            </a:r>
            <a:r>
              <a:rPr sz="2000" b="1" spc="-45" dirty="0">
                <a:solidFill>
                  <a:srgbClr val="252525"/>
                </a:solidFill>
                <a:latin typeface="Arial"/>
                <a:cs typeface="Arial"/>
              </a:rPr>
              <a:t>call  </a:t>
            </a:r>
            <a:r>
              <a:rPr sz="2000" b="1" spc="5" dirty="0">
                <a:solidFill>
                  <a:srgbClr val="252525"/>
                </a:solidFill>
                <a:latin typeface="Arial"/>
                <a:cs typeface="Arial"/>
              </a:rPr>
              <a:t>or</a:t>
            </a:r>
            <a:r>
              <a:rPr sz="2000" b="1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52525"/>
                </a:solidFill>
                <a:latin typeface="Arial"/>
                <a:cs typeface="Arial"/>
              </a:rPr>
              <a:t>email.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39339" y="351790"/>
            <a:ext cx="4514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45" dirty="0"/>
              <a:t>4</a:t>
            </a:r>
            <a:endParaRPr sz="5400"/>
          </a:p>
        </p:txBody>
      </p:sp>
      <p:sp>
        <p:nvSpPr>
          <p:cNvPr id="9" name="object 9"/>
          <p:cNvSpPr/>
          <p:nvPr/>
        </p:nvSpPr>
        <p:spPr>
          <a:xfrm>
            <a:off x="419100" y="1651635"/>
            <a:ext cx="3682238" cy="4434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153789" y="1695069"/>
            <a:ext cx="521334" cy="300990"/>
            <a:chOff x="4153789" y="1695069"/>
            <a:chExt cx="521334" cy="300990"/>
          </a:xfrm>
        </p:grpSpPr>
        <p:sp>
          <p:nvSpPr>
            <p:cNvPr id="11" name="object 11"/>
            <p:cNvSpPr/>
            <p:nvPr/>
          </p:nvSpPr>
          <p:spPr>
            <a:xfrm>
              <a:off x="4153789" y="1846046"/>
              <a:ext cx="122113" cy="200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07967" y="1695069"/>
              <a:ext cx="366877" cy="30048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726813" y="1846046"/>
            <a:ext cx="122113" cy="2009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95850" y="1651635"/>
            <a:ext cx="807974" cy="343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27607" y="2141854"/>
            <a:ext cx="3247390" cy="4493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867133" y="6528444"/>
            <a:ext cx="309880" cy="25590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00AFEF"/>
                </a:solidFill>
                <a:latin typeface="Arial Black"/>
                <a:cs typeface="Arial Black"/>
              </a:rPr>
              <a:t>14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094730" cy="6858000"/>
            <a:chOff x="0" y="0"/>
            <a:chExt cx="609473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6094476" cy="6856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6094730" cy="6858000"/>
            </a:xfrm>
            <a:custGeom>
              <a:avLst/>
              <a:gdLst/>
              <a:ahLst/>
              <a:cxnLst/>
              <a:rect l="l" t="t" r="r" b="b"/>
              <a:pathLst>
                <a:path w="6094730" h="6858000">
                  <a:moveTo>
                    <a:pt x="609447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094476" y="6858000"/>
                  </a:lnTo>
                  <a:lnTo>
                    <a:pt x="6094476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388" y="0"/>
              <a:ext cx="5981700" cy="41224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5071" y="3230879"/>
              <a:ext cx="5704332" cy="34366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32652" y="3395853"/>
            <a:ext cx="5822950" cy="309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3600" b="1" spc="-15" dirty="0">
                <a:solidFill>
                  <a:srgbClr val="0074AE"/>
                </a:solidFill>
                <a:latin typeface="Trebuchet MS"/>
                <a:cs typeface="Trebuchet MS"/>
              </a:rPr>
              <a:t>INTERACTIVE</a:t>
            </a:r>
            <a:endParaRPr sz="3600" dirty="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90000"/>
              </a:lnSpc>
              <a:spcBef>
                <a:spcPts val="4235"/>
              </a:spcBef>
            </a:pPr>
            <a:r>
              <a:rPr sz="2400" spc="-150" dirty="0">
                <a:solidFill>
                  <a:srgbClr val="252525"/>
                </a:solidFill>
                <a:latin typeface="Arial Black"/>
                <a:cs typeface="Arial Black"/>
              </a:rPr>
              <a:t>Most CMS will include tools for SEO, email  marketing, social media marketing and  blogging. You can also use a CMS to create  event registration forms, collect fees and  donations, and store member information.</a:t>
            </a:r>
            <a:endParaRPr sz="2400" spc="-150" dirty="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46265" y="1669923"/>
            <a:ext cx="5291963" cy="4274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703948" y="2145410"/>
            <a:ext cx="4773295" cy="838200"/>
            <a:chOff x="6703948" y="2145410"/>
            <a:chExt cx="4773295" cy="838200"/>
          </a:xfrm>
        </p:grpSpPr>
        <p:sp>
          <p:nvSpPr>
            <p:cNvPr id="10" name="object 10"/>
            <p:cNvSpPr/>
            <p:nvPr/>
          </p:nvSpPr>
          <p:spPr>
            <a:xfrm>
              <a:off x="6703948" y="2145410"/>
              <a:ext cx="4772786" cy="44576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54147" y="2635630"/>
              <a:ext cx="1629246" cy="34747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714993" y="351790"/>
            <a:ext cx="43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5</a:t>
            </a:r>
            <a:endParaRPr sz="5400"/>
          </a:p>
        </p:txBody>
      </p:sp>
      <p:sp>
        <p:nvSpPr>
          <p:cNvPr id="13" name="object 13"/>
          <p:cNvSpPr txBox="1"/>
          <p:nvPr/>
        </p:nvSpPr>
        <p:spPr>
          <a:xfrm>
            <a:off x="11867133" y="6528444"/>
            <a:ext cx="309880" cy="25590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00AFEF"/>
                </a:solidFill>
                <a:latin typeface="Arial Black"/>
                <a:cs typeface="Arial Black"/>
              </a:rPr>
              <a:t>15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2620" y="6463165"/>
            <a:ext cx="1175385" cy="186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-180" dirty="0">
                <a:latin typeface="Arial Black"/>
                <a:cs typeface="Arial Black"/>
                <a:hlinkClick r:id="rId2"/>
              </a:rPr>
              <a:t>HARLLYNNE </a:t>
            </a:r>
            <a:r>
              <a:rPr sz="1100" spc="-45" dirty="0">
                <a:latin typeface="Arial Black"/>
                <a:cs typeface="Arial Black"/>
                <a:hlinkClick r:id="rId2"/>
              </a:rPr>
              <a:t>|</a:t>
            </a:r>
            <a:r>
              <a:rPr sz="1100" spc="-210" dirty="0">
                <a:latin typeface="Arial Black"/>
                <a:cs typeface="Arial Black"/>
                <a:hlinkClick r:id="rId2"/>
              </a:rPr>
              <a:t> </a:t>
            </a:r>
            <a:r>
              <a:rPr sz="1100" spc="-140" dirty="0">
                <a:latin typeface="Arial Black"/>
                <a:cs typeface="Arial Black"/>
                <a:hlinkClick r:id="rId2"/>
              </a:rPr>
              <a:t>2020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9961" y="0"/>
            <a:ext cx="2058670" cy="6858000"/>
          </a:xfrm>
          <a:custGeom>
            <a:avLst/>
            <a:gdLst/>
            <a:ahLst/>
            <a:cxnLst/>
            <a:rect l="l" t="t" r="r" b="b"/>
            <a:pathLst>
              <a:path w="2058670" h="6858000">
                <a:moveTo>
                  <a:pt x="0" y="3778757"/>
                </a:moveTo>
                <a:lnTo>
                  <a:pt x="254" y="3730531"/>
                </a:lnTo>
                <a:lnTo>
                  <a:pt x="1015" y="3682424"/>
                </a:lnTo>
                <a:lnTo>
                  <a:pt x="2280" y="3634441"/>
                </a:lnTo>
                <a:lnTo>
                  <a:pt x="4047" y="3586583"/>
                </a:lnTo>
                <a:lnTo>
                  <a:pt x="6313" y="3538853"/>
                </a:lnTo>
                <a:lnTo>
                  <a:pt x="9075" y="3491254"/>
                </a:lnTo>
                <a:lnTo>
                  <a:pt x="12332" y="3443787"/>
                </a:lnTo>
                <a:lnTo>
                  <a:pt x="16081" y="3396456"/>
                </a:lnTo>
                <a:lnTo>
                  <a:pt x="20318" y="3349263"/>
                </a:lnTo>
                <a:lnTo>
                  <a:pt x="25042" y="3302211"/>
                </a:lnTo>
                <a:lnTo>
                  <a:pt x="30250" y="3255301"/>
                </a:lnTo>
                <a:lnTo>
                  <a:pt x="35940" y="3208537"/>
                </a:lnTo>
                <a:lnTo>
                  <a:pt x="42109" y="3161921"/>
                </a:lnTo>
                <a:lnTo>
                  <a:pt x="48754" y="3115455"/>
                </a:lnTo>
                <a:lnTo>
                  <a:pt x="55873" y="3069142"/>
                </a:lnTo>
                <a:lnTo>
                  <a:pt x="63464" y="3022985"/>
                </a:lnTo>
                <a:lnTo>
                  <a:pt x="71524" y="2976986"/>
                </a:lnTo>
                <a:lnTo>
                  <a:pt x="80050" y="2931147"/>
                </a:lnTo>
                <a:lnTo>
                  <a:pt x="89040" y="2885471"/>
                </a:lnTo>
                <a:lnTo>
                  <a:pt x="98492" y="2839960"/>
                </a:lnTo>
                <a:lnTo>
                  <a:pt x="108402" y="2794618"/>
                </a:lnTo>
                <a:lnTo>
                  <a:pt x="118769" y="2749445"/>
                </a:lnTo>
                <a:lnTo>
                  <a:pt x="129589" y="2704446"/>
                </a:lnTo>
                <a:lnTo>
                  <a:pt x="140861" y="2659622"/>
                </a:lnTo>
                <a:lnTo>
                  <a:pt x="152582" y="2614976"/>
                </a:lnTo>
                <a:lnTo>
                  <a:pt x="164749" y="2570511"/>
                </a:lnTo>
                <a:lnTo>
                  <a:pt x="177360" y="2526228"/>
                </a:lnTo>
                <a:lnTo>
                  <a:pt x="190412" y="2482131"/>
                </a:lnTo>
                <a:lnTo>
                  <a:pt x="203902" y="2438222"/>
                </a:lnTo>
                <a:lnTo>
                  <a:pt x="217829" y="2394503"/>
                </a:lnTo>
                <a:lnTo>
                  <a:pt x="232190" y="2350977"/>
                </a:lnTo>
                <a:lnTo>
                  <a:pt x="246982" y="2307646"/>
                </a:lnTo>
                <a:lnTo>
                  <a:pt x="262202" y="2264514"/>
                </a:lnTo>
                <a:lnTo>
                  <a:pt x="277849" y="2221581"/>
                </a:lnTo>
                <a:lnTo>
                  <a:pt x="293920" y="2178852"/>
                </a:lnTo>
                <a:lnTo>
                  <a:pt x="310411" y="2136328"/>
                </a:lnTo>
                <a:lnTo>
                  <a:pt x="327321" y="2094012"/>
                </a:lnTo>
                <a:lnTo>
                  <a:pt x="344647" y="2051906"/>
                </a:lnTo>
                <a:lnTo>
                  <a:pt x="362387" y="2010013"/>
                </a:lnTo>
                <a:lnTo>
                  <a:pt x="380538" y="1968336"/>
                </a:lnTo>
                <a:lnTo>
                  <a:pt x="399097" y="1926876"/>
                </a:lnTo>
                <a:lnTo>
                  <a:pt x="418062" y="1885637"/>
                </a:lnTo>
                <a:lnTo>
                  <a:pt x="437431" y="1844621"/>
                </a:lnTo>
                <a:lnTo>
                  <a:pt x="457200" y="1803830"/>
                </a:lnTo>
                <a:lnTo>
                  <a:pt x="477369" y="1763267"/>
                </a:lnTo>
                <a:lnTo>
                  <a:pt x="497933" y="1722934"/>
                </a:lnTo>
                <a:lnTo>
                  <a:pt x="518890" y="1682834"/>
                </a:lnTo>
                <a:lnTo>
                  <a:pt x="540239" y="1642969"/>
                </a:lnTo>
                <a:lnTo>
                  <a:pt x="561975" y="1603343"/>
                </a:lnTo>
                <a:lnTo>
                  <a:pt x="584098" y="1563956"/>
                </a:lnTo>
                <a:lnTo>
                  <a:pt x="606604" y="1524813"/>
                </a:lnTo>
                <a:lnTo>
                  <a:pt x="629491" y="1485915"/>
                </a:lnTo>
                <a:lnTo>
                  <a:pt x="652756" y="1447265"/>
                </a:lnTo>
                <a:lnTo>
                  <a:pt x="676397" y="1408865"/>
                </a:lnTo>
                <a:lnTo>
                  <a:pt x="700411" y="1370718"/>
                </a:lnTo>
                <a:lnTo>
                  <a:pt x="724796" y="1332826"/>
                </a:lnTo>
                <a:lnTo>
                  <a:pt x="749549" y="1295192"/>
                </a:lnTo>
                <a:lnTo>
                  <a:pt x="774668" y="1257818"/>
                </a:lnTo>
                <a:lnTo>
                  <a:pt x="800150" y="1220708"/>
                </a:lnTo>
                <a:lnTo>
                  <a:pt x="825993" y="1183862"/>
                </a:lnTo>
                <a:lnTo>
                  <a:pt x="852194" y="1147285"/>
                </a:lnTo>
                <a:lnTo>
                  <a:pt x="878750" y="1110977"/>
                </a:lnTo>
                <a:lnTo>
                  <a:pt x="905660" y="1074943"/>
                </a:lnTo>
                <a:lnTo>
                  <a:pt x="932920" y="1039184"/>
                </a:lnTo>
                <a:lnTo>
                  <a:pt x="960528" y="1003702"/>
                </a:lnTo>
                <a:lnTo>
                  <a:pt x="988482" y="968501"/>
                </a:lnTo>
                <a:lnTo>
                  <a:pt x="1016779" y="933583"/>
                </a:lnTo>
                <a:lnTo>
                  <a:pt x="1045417" y="898950"/>
                </a:lnTo>
                <a:lnTo>
                  <a:pt x="1074392" y="864605"/>
                </a:lnTo>
                <a:lnTo>
                  <a:pt x="1103703" y="830550"/>
                </a:lnTo>
                <a:lnTo>
                  <a:pt x="1133347" y="796788"/>
                </a:lnTo>
                <a:lnTo>
                  <a:pt x="1163322" y="763321"/>
                </a:lnTo>
                <a:lnTo>
                  <a:pt x="1193624" y="730152"/>
                </a:lnTo>
                <a:lnTo>
                  <a:pt x="1224252" y="697284"/>
                </a:lnTo>
                <a:lnTo>
                  <a:pt x="1255203" y="664718"/>
                </a:lnTo>
                <a:lnTo>
                  <a:pt x="1286474" y="632457"/>
                </a:lnTo>
                <a:lnTo>
                  <a:pt x="1318063" y="600504"/>
                </a:lnTo>
                <a:lnTo>
                  <a:pt x="1349967" y="568862"/>
                </a:lnTo>
                <a:lnTo>
                  <a:pt x="1382184" y="537532"/>
                </a:lnTo>
                <a:lnTo>
                  <a:pt x="1414712" y="506517"/>
                </a:lnTo>
                <a:lnTo>
                  <a:pt x="1447547" y="475821"/>
                </a:lnTo>
                <a:lnTo>
                  <a:pt x="1480688" y="445444"/>
                </a:lnTo>
                <a:lnTo>
                  <a:pt x="1514131" y="415390"/>
                </a:lnTo>
                <a:lnTo>
                  <a:pt x="1547875" y="385662"/>
                </a:lnTo>
                <a:lnTo>
                  <a:pt x="1581916" y="356261"/>
                </a:lnTo>
                <a:lnTo>
                  <a:pt x="1616252" y="327191"/>
                </a:lnTo>
                <a:lnTo>
                  <a:pt x="1650882" y="298453"/>
                </a:lnTo>
                <a:lnTo>
                  <a:pt x="1685801" y="270051"/>
                </a:lnTo>
                <a:lnTo>
                  <a:pt x="1721008" y="241986"/>
                </a:lnTo>
                <a:lnTo>
                  <a:pt x="1756500" y="214261"/>
                </a:lnTo>
                <a:lnTo>
                  <a:pt x="1792275" y="186880"/>
                </a:lnTo>
                <a:lnTo>
                  <a:pt x="1828330" y="159843"/>
                </a:lnTo>
                <a:lnTo>
                  <a:pt x="1864662" y="133154"/>
                </a:lnTo>
                <a:lnTo>
                  <a:pt x="1901270" y="106816"/>
                </a:lnTo>
                <a:lnTo>
                  <a:pt x="1938150" y="80830"/>
                </a:lnTo>
                <a:lnTo>
                  <a:pt x="1975300" y="55200"/>
                </a:lnTo>
                <a:lnTo>
                  <a:pt x="2012718" y="29927"/>
                </a:lnTo>
                <a:lnTo>
                  <a:pt x="2050400" y="5014"/>
                </a:lnTo>
                <a:lnTo>
                  <a:pt x="2058151" y="0"/>
                </a:lnTo>
              </a:path>
              <a:path w="2058670" h="6858000">
                <a:moveTo>
                  <a:pt x="1222184" y="6857997"/>
                </a:moveTo>
                <a:lnTo>
                  <a:pt x="1193624" y="6827348"/>
                </a:lnTo>
                <a:lnTo>
                  <a:pt x="1163322" y="6794179"/>
                </a:lnTo>
                <a:lnTo>
                  <a:pt x="1133347" y="6760712"/>
                </a:lnTo>
                <a:lnTo>
                  <a:pt x="1103703" y="6726949"/>
                </a:lnTo>
                <a:lnTo>
                  <a:pt x="1074392" y="6692894"/>
                </a:lnTo>
                <a:lnTo>
                  <a:pt x="1045417" y="6658549"/>
                </a:lnTo>
                <a:lnTo>
                  <a:pt x="1016779" y="6623916"/>
                </a:lnTo>
                <a:lnTo>
                  <a:pt x="988482" y="6588998"/>
                </a:lnTo>
                <a:lnTo>
                  <a:pt x="960528" y="6553797"/>
                </a:lnTo>
                <a:lnTo>
                  <a:pt x="932920" y="6518315"/>
                </a:lnTo>
                <a:lnTo>
                  <a:pt x="905660" y="6482556"/>
                </a:lnTo>
                <a:lnTo>
                  <a:pt x="878750" y="6446521"/>
                </a:lnTo>
                <a:lnTo>
                  <a:pt x="852194" y="6410214"/>
                </a:lnTo>
                <a:lnTo>
                  <a:pt x="825993" y="6373636"/>
                </a:lnTo>
                <a:lnTo>
                  <a:pt x="800150" y="6336791"/>
                </a:lnTo>
                <a:lnTo>
                  <a:pt x="774668" y="6299680"/>
                </a:lnTo>
                <a:lnTo>
                  <a:pt x="749549" y="6262306"/>
                </a:lnTo>
                <a:lnTo>
                  <a:pt x="724796" y="6224672"/>
                </a:lnTo>
                <a:lnTo>
                  <a:pt x="700411" y="6186781"/>
                </a:lnTo>
                <a:lnTo>
                  <a:pt x="676397" y="6148633"/>
                </a:lnTo>
                <a:lnTo>
                  <a:pt x="652756" y="6110233"/>
                </a:lnTo>
                <a:lnTo>
                  <a:pt x="629491" y="6071583"/>
                </a:lnTo>
                <a:lnTo>
                  <a:pt x="606604" y="6032685"/>
                </a:lnTo>
                <a:lnTo>
                  <a:pt x="584098" y="5993542"/>
                </a:lnTo>
                <a:lnTo>
                  <a:pt x="561975" y="5954155"/>
                </a:lnTo>
                <a:lnTo>
                  <a:pt x="540239" y="5914529"/>
                </a:lnTo>
                <a:lnTo>
                  <a:pt x="518890" y="5874664"/>
                </a:lnTo>
                <a:lnTo>
                  <a:pt x="497933" y="5834564"/>
                </a:lnTo>
                <a:lnTo>
                  <a:pt x="477369" y="5794232"/>
                </a:lnTo>
                <a:lnTo>
                  <a:pt x="457200" y="5753669"/>
                </a:lnTo>
                <a:lnTo>
                  <a:pt x="437431" y="5712878"/>
                </a:lnTo>
                <a:lnTo>
                  <a:pt x="418062" y="5671862"/>
                </a:lnTo>
                <a:lnTo>
                  <a:pt x="399097" y="5630622"/>
                </a:lnTo>
                <a:lnTo>
                  <a:pt x="380538" y="5589163"/>
                </a:lnTo>
                <a:lnTo>
                  <a:pt x="362387" y="5547486"/>
                </a:lnTo>
                <a:lnTo>
                  <a:pt x="344647" y="5505593"/>
                </a:lnTo>
                <a:lnTo>
                  <a:pt x="327321" y="5463487"/>
                </a:lnTo>
                <a:lnTo>
                  <a:pt x="310411" y="5421171"/>
                </a:lnTo>
                <a:lnTo>
                  <a:pt x="293920" y="5378648"/>
                </a:lnTo>
                <a:lnTo>
                  <a:pt x="277849" y="5335918"/>
                </a:lnTo>
                <a:lnTo>
                  <a:pt x="262202" y="5292986"/>
                </a:lnTo>
                <a:lnTo>
                  <a:pt x="246982" y="5249854"/>
                </a:lnTo>
                <a:lnTo>
                  <a:pt x="232190" y="5206524"/>
                </a:lnTo>
                <a:lnTo>
                  <a:pt x="217829" y="5162998"/>
                </a:lnTo>
                <a:lnTo>
                  <a:pt x="203902" y="5119279"/>
                </a:lnTo>
                <a:lnTo>
                  <a:pt x="190412" y="5075370"/>
                </a:lnTo>
                <a:lnTo>
                  <a:pt x="177360" y="5031273"/>
                </a:lnTo>
                <a:lnTo>
                  <a:pt x="164749" y="4986991"/>
                </a:lnTo>
                <a:lnTo>
                  <a:pt x="152582" y="4942526"/>
                </a:lnTo>
                <a:lnTo>
                  <a:pt x="140861" y="4897880"/>
                </a:lnTo>
                <a:lnTo>
                  <a:pt x="129589" y="4853057"/>
                </a:lnTo>
                <a:lnTo>
                  <a:pt x="118769" y="4808058"/>
                </a:lnTo>
                <a:lnTo>
                  <a:pt x="108402" y="4762886"/>
                </a:lnTo>
                <a:lnTo>
                  <a:pt x="98492" y="4717544"/>
                </a:lnTo>
                <a:lnTo>
                  <a:pt x="89040" y="4672033"/>
                </a:lnTo>
                <a:lnTo>
                  <a:pt x="80050" y="4626358"/>
                </a:lnTo>
                <a:lnTo>
                  <a:pt x="71524" y="4580519"/>
                </a:lnTo>
                <a:lnTo>
                  <a:pt x="63464" y="4534520"/>
                </a:lnTo>
                <a:lnTo>
                  <a:pt x="55873" y="4488364"/>
                </a:lnTo>
                <a:lnTo>
                  <a:pt x="48754" y="4442051"/>
                </a:lnTo>
                <a:lnTo>
                  <a:pt x="42109" y="4395586"/>
                </a:lnTo>
                <a:lnTo>
                  <a:pt x="35940" y="4348970"/>
                </a:lnTo>
                <a:lnTo>
                  <a:pt x="30250" y="4302207"/>
                </a:lnTo>
                <a:lnTo>
                  <a:pt x="25042" y="4255298"/>
                </a:lnTo>
                <a:lnTo>
                  <a:pt x="20318" y="4208246"/>
                </a:lnTo>
                <a:lnTo>
                  <a:pt x="16081" y="4161053"/>
                </a:lnTo>
                <a:lnTo>
                  <a:pt x="12332" y="4113723"/>
                </a:lnTo>
                <a:lnTo>
                  <a:pt x="9075" y="4066257"/>
                </a:lnTo>
                <a:lnTo>
                  <a:pt x="6313" y="4018658"/>
                </a:lnTo>
                <a:lnTo>
                  <a:pt x="4047" y="3970929"/>
                </a:lnTo>
                <a:lnTo>
                  <a:pt x="2280" y="3923072"/>
                </a:lnTo>
                <a:lnTo>
                  <a:pt x="1015" y="3875089"/>
                </a:lnTo>
                <a:lnTo>
                  <a:pt x="254" y="3826984"/>
                </a:lnTo>
                <a:lnTo>
                  <a:pt x="0" y="3778757"/>
                </a:lnTo>
              </a:path>
              <a:path w="2058670" h="6858000">
                <a:moveTo>
                  <a:pt x="0" y="3778757"/>
                </a:moveTo>
                <a:lnTo>
                  <a:pt x="254" y="3730531"/>
                </a:lnTo>
                <a:lnTo>
                  <a:pt x="1015" y="3682424"/>
                </a:lnTo>
                <a:lnTo>
                  <a:pt x="2280" y="3634441"/>
                </a:lnTo>
                <a:lnTo>
                  <a:pt x="4047" y="3586583"/>
                </a:lnTo>
                <a:lnTo>
                  <a:pt x="6313" y="3538853"/>
                </a:lnTo>
                <a:lnTo>
                  <a:pt x="9075" y="3491254"/>
                </a:lnTo>
                <a:lnTo>
                  <a:pt x="12332" y="3443787"/>
                </a:lnTo>
                <a:lnTo>
                  <a:pt x="16081" y="3396456"/>
                </a:lnTo>
                <a:lnTo>
                  <a:pt x="20318" y="3349263"/>
                </a:lnTo>
                <a:lnTo>
                  <a:pt x="25042" y="3302211"/>
                </a:lnTo>
                <a:lnTo>
                  <a:pt x="30250" y="3255301"/>
                </a:lnTo>
                <a:lnTo>
                  <a:pt x="35940" y="3208537"/>
                </a:lnTo>
                <a:lnTo>
                  <a:pt x="42109" y="3161921"/>
                </a:lnTo>
                <a:lnTo>
                  <a:pt x="48754" y="3115455"/>
                </a:lnTo>
                <a:lnTo>
                  <a:pt x="55873" y="3069142"/>
                </a:lnTo>
                <a:lnTo>
                  <a:pt x="63464" y="3022985"/>
                </a:lnTo>
                <a:lnTo>
                  <a:pt x="71524" y="2976986"/>
                </a:lnTo>
                <a:lnTo>
                  <a:pt x="80050" y="2931147"/>
                </a:lnTo>
                <a:lnTo>
                  <a:pt x="89040" y="2885471"/>
                </a:lnTo>
                <a:lnTo>
                  <a:pt x="98492" y="2839960"/>
                </a:lnTo>
                <a:lnTo>
                  <a:pt x="108402" y="2794618"/>
                </a:lnTo>
                <a:lnTo>
                  <a:pt x="118769" y="2749445"/>
                </a:lnTo>
                <a:lnTo>
                  <a:pt x="129589" y="2704446"/>
                </a:lnTo>
                <a:lnTo>
                  <a:pt x="140861" y="2659622"/>
                </a:lnTo>
                <a:lnTo>
                  <a:pt x="152582" y="2614976"/>
                </a:lnTo>
                <a:lnTo>
                  <a:pt x="164749" y="2570511"/>
                </a:lnTo>
                <a:lnTo>
                  <a:pt x="177360" y="2526228"/>
                </a:lnTo>
                <a:lnTo>
                  <a:pt x="190412" y="2482131"/>
                </a:lnTo>
                <a:lnTo>
                  <a:pt x="203902" y="2438222"/>
                </a:lnTo>
                <a:lnTo>
                  <a:pt x="217829" y="2394503"/>
                </a:lnTo>
                <a:lnTo>
                  <a:pt x="232190" y="2350977"/>
                </a:lnTo>
                <a:lnTo>
                  <a:pt x="246982" y="2307646"/>
                </a:lnTo>
                <a:lnTo>
                  <a:pt x="262202" y="2264514"/>
                </a:lnTo>
                <a:lnTo>
                  <a:pt x="277849" y="2221581"/>
                </a:lnTo>
                <a:lnTo>
                  <a:pt x="293920" y="2178852"/>
                </a:lnTo>
                <a:lnTo>
                  <a:pt x="310411" y="2136328"/>
                </a:lnTo>
                <a:lnTo>
                  <a:pt x="327321" y="2094012"/>
                </a:lnTo>
                <a:lnTo>
                  <a:pt x="344647" y="2051906"/>
                </a:lnTo>
                <a:lnTo>
                  <a:pt x="362387" y="2010013"/>
                </a:lnTo>
                <a:lnTo>
                  <a:pt x="380538" y="1968336"/>
                </a:lnTo>
                <a:lnTo>
                  <a:pt x="399097" y="1926876"/>
                </a:lnTo>
                <a:lnTo>
                  <a:pt x="418062" y="1885637"/>
                </a:lnTo>
                <a:lnTo>
                  <a:pt x="437431" y="1844621"/>
                </a:lnTo>
                <a:lnTo>
                  <a:pt x="457200" y="1803830"/>
                </a:lnTo>
                <a:lnTo>
                  <a:pt x="477369" y="1763267"/>
                </a:lnTo>
                <a:lnTo>
                  <a:pt x="497933" y="1722934"/>
                </a:lnTo>
                <a:lnTo>
                  <a:pt x="518890" y="1682834"/>
                </a:lnTo>
                <a:lnTo>
                  <a:pt x="540239" y="1642969"/>
                </a:lnTo>
                <a:lnTo>
                  <a:pt x="561975" y="1603343"/>
                </a:lnTo>
                <a:lnTo>
                  <a:pt x="584098" y="1563956"/>
                </a:lnTo>
                <a:lnTo>
                  <a:pt x="606604" y="1524813"/>
                </a:lnTo>
                <a:lnTo>
                  <a:pt x="629491" y="1485915"/>
                </a:lnTo>
                <a:lnTo>
                  <a:pt x="652756" y="1447265"/>
                </a:lnTo>
                <a:lnTo>
                  <a:pt x="676397" y="1408865"/>
                </a:lnTo>
                <a:lnTo>
                  <a:pt x="700411" y="1370718"/>
                </a:lnTo>
                <a:lnTo>
                  <a:pt x="724796" y="1332826"/>
                </a:lnTo>
                <a:lnTo>
                  <a:pt x="749549" y="1295192"/>
                </a:lnTo>
                <a:lnTo>
                  <a:pt x="774668" y="1257818"/>
                </a:lnTo>
                <a:lnTo>
                  <a:pt x="800150" y="1220708"/>
                </a:lnTo>
                <a:lnTo>
                  <a:pt x="825993" y="1183862"/>
                </a:lnTo>
                <a:lnTo>
                  <a:pt x="852194" y="1147285"/>
                </a:lnTo>
                <a:lnTo>
                  <a:pt x="878750" y="1110977"/>
                </a:lnTo>
                <a:lnTo>
                  <a:pt x="905660" y="1074943"/>
                </a:lnTo>
                <a:lnTo>
                  <a:pt x="932920" y="1039184"/>
                </a:lnTo>
                <a:lnTo>
                  <a:pt x="960528" y="1003702"/>
                </a:lnTo>
                <a:lnTo>
                  <a:pt x="988482" y="968501"/>
                </a:lnTo>
                <a:lnTo>
                  <a:pt x="1016779" y="933583"/>
                </a:lnTo>
                <a:lnTo>
                  <a:pt x="1045417" y="898950"/>
                </a:lnTo>
                <a:lnTo>
                  <a:pt x="1074392" y="864605"/>
                </a:lnTo>
                <a:lnTo>
                  <a:pt x="1103703" y="830550"/>
                </a:lnTo>
                <a:lnTo>
                  <a:pt x="1133347" y="796788"/>
                </a:lnTo>
                <a:lnTo>
                  <a:pt x="1163322" y="763321"/>
                </a:lnTo>
                <a:lnTo>
                  <a:pt x="1193624" y="730152"/>
                </a:lnTo>
                <a:lnTo>
                  <a:pt x="1224252" y="697284"/>
                </a:lnTo>
                <a:lnTo>
                  <a:pt x="1255203" y="664718"/>
                </a:lnTo>
                <a:lnTo>
                  <a:pt x="1286474" y="632457"/>
                </a:lnTo>
                <a:lnTo>
                  <a:pt x="1318063" y="600504"/>
                </a:lnTo>
                <a:lnTo>
                  <a:pt x="1349967" y="568862"/>
                </a:lnTo>
                <a:lnTo>
                  <a:pt x="1382184" y="537532"/>
                </a:lnTo>
                <a:lnTo>
                  <a:pt x="1414712" y="506517"/>
                </a:lnTo>
                <a:lnTo>
                  <a:pt x="1447547" y="475821"/>
                </a:lnTo>
                <a:lnTo>
                  <a:pt x="1480688" y="445444"/>
                </a:lnTo>
                <a:lnTo>
                  <a:pt x="1514131" y="415390"/>
                </a:lnTo>
                <a:lnTo>
                  <a:pt x="1547875" y="385662"/>
                </a:lnTo>
                <a:lnTo>
                  <a:pt x="1581916" y="356261"/>
                </a:lnTo>
                <a:lnTo>
                  <a:pt x="1616252" y="327191"/>
                </a:lnTo>
                <a:lnTo>
                  <a:pt x="1650882" y="298453"/>
                </a:lnTo>
                <a:lnTo>
                  <a:pt x="1685801" y="270051"/>
                </a:lnTo>
                <a:lnTo>
                  <a:pt x="1721008" y="241986"/>
                </a:lnTo>
                <a:lnTo>
                  <a:pt x="1756500" y="214261"/>
                </a:lnTo>
                <a:lnTo>
                  <a:pt x="1792275" y="186880"/>
                </a:lnTo>
                <a:lnTo>
                  <a:pt x="1828330" y="159843"/>
                </a:lnTo>
                <a:lnTo>
                  <a:pt x="1864662" y="133154"/>
                </a:lnTo>
                <a:lnTo>
                  <a:pt x="1901270" y="106816"/>
                </a:lnTo>
                <a:lnTo>
                  <a:pt x="1938150" y="80830"/>
                </a:lnTo>
                <a:lnTo>
                  <a:pt x="1975300" y="55200"/>
                </a:lnTo>
                <a:lnTo>
                  <a:pt x="2012718" y="29927"/>
                </a:lnTo>
                <a:lnTo>
                  <a:pt x="2050400" y="5014"/>
                </a:lnTo>
                <a:lnTo>
                  <a:pt x="2058151" y="0"/>
                </a:lnTo>
              </a:path>
              <a:path w="2058670" h="6858000">
                <a:moveTo>
                  <a:pt x="1222184" y="6857997"/>
                </a:moveTo>
                <a:lnTo>
                  <a:pt x="1193624" y="6827348"/>
                </a:lnTo>
                <a:lnTo>
                  <a:pt x="1163322" y="6794179"/>
                </a:lnTo>
                <a:lnTo>
                  <a:pt x="1133347" y="6760712"/>
                </a:lnTo>
                <a:lnTo>
                  <a:pt x="1103703" y="6726949"/>
                </a:lnTo>
                <a:lnTo>
                  <a:pt x="1074392" y="6692894"/>
                </a:lnTo>
                <a:lnTo>
                  <a:pt x="1045417" y="6658549"/>
                </a:lnTo>
                <a:lnTo>
                  <a:pt x="1016779" y="6623916"/>
                </a:lnTo>
                <a:lnTo>
                  <a:pt x="988482" y="6588998"/>
                </a:lnTo>
                <a:lnTo>
                  <a:pt x="960528" y="6553797"/>
                </a:lnTo>
                <a:lnTo>
                  <a:pt x="932920" y="6518315"/>
                </a:lnTo>
                <a:lnTo>
                  <a:pt x="905660" y="6482556"/>
                </a:lnTo>
                <a:lnTo>
                  <a:pt x="878750" y="6446521"/>
                </a:lnTo>
                <a:lnTo>
                  <a:pt x="852194" y="6410214"/>
                </a:lnTo>
                <a:lnTo>
                  <a:pt x="825993" y="6373636"/>
                </a:lnTo>
                <a:lnTo>
                  <a:pt x="800150" y="6336791"/>
                </a:lnTo>
                <a:lnTo>
                  <a:pt x="774668" y="6299680"/>
                </a:lnTo>
                <a:lnTo>
                  <a:pt x="749549" y="6262306"/>
                </a:lnTo>
                <a:lnTo>
                  <a:pt x="724796" y="6224672"/>
                </a:lnTo>
                <a:lnTo>
                  <a:pt x="700411" y="6186781"/>
                </a:lnTo>
                <a:lnTo>
                  <a:pt x="676397" y="6148633"/>
                </a:lnTo>
                <a:lnTo>
                  <a:pt x="652756" y="6110233"/>
                </a:lnTo>
                <a:lnTo>
                  <a:pt x="629491" y="6071583"/>
                </a:lnTo>
                <a:lnTo>
                  <a:pt x="606604" y="6032685"/>
                </a:lnTo>
                <a:lnTo>
                  <a:pt x="584098" y="5993542"/>
                </a:lnTo>
                <a:lnTo>
                  <a:pt x="561975" y="5954155"/>
                </a:lnTo>
                <a:lnTo>
                  <a:pt x="540239" y="5914529"/>
                </a:lnTo>
                <a:lnTo>
                  <a:pt x="518890" y="5874664"/>
                </a:lnTo>
                <a:lnTo>
                  <a:pt x="497933" y="5834564"/>
                </a:lnTo>
                <a:lnTo>
                  <a:pt x="477369" y="5794232"/>
                </a:lnTo>
                <a:lnTo>
                  <a:pt x="457200" y="5753669"/>
                </a:lnTo>
                <a:lnTo>
                  <a:pt x="437431" y="5712878"/>
                </a:lnTo>
                <a:lnTo>
                  <a:pt x="418062" y="5671862"/>
                </a:lnTo>
                <a:lnTo>
                  <a:pt x="399097" y="5630622"/>
                </a:lnTo>
                <a:lnTo>
                  <a:pt x="380538" y="5589163"/>
                </a:lnTo>
                <a:lnTo>
                  <a:pt x="362387" y="5547486"/>
                </a:lnTo>
                <a:lnTo>
                  <a:pt x="344647" y="5505593"/>
                </a:lnTo>
                <a:lnTo>
                  <a:pt x="327321" y="5463487"/>
                </a:lnTo>
                <a:lnTo>
                  <a:pt x="310411" y="5421171"/>
                </a:lnTo>
                <a:lnTo>
                  <a:pt x="293920" y="5378648"/>
                </a:lnTo>
                <a:lnTo>
                  <a:pt x="277849" y="5335918"/>
                </a:lnTo>
                <a:lnTo>
                  <a:pt x="262202" y="5292986"/>
                </a:lnTo>
                <a:lnTo>
                  <a:pt x="246982" y="5249854"/>
                </a:lnTo>
                <a:lnTo>
                  <a:pt x="232190" y="5206524"/>
                </a:lnTo>
                <a:lnTo>
                  <a:pt x="217829" y="5162998"/>
                </a:lnTo>
                <a:lnTo>
                  <a:pt x="203902" y="5119279"/>
                </a:lnTo>
                <a:lnTo>
                  <a:pt x="190412" y="5075370"/>
                </a:lnTo>
                <a:lnTo>
                  <a:pt x="177360" y="5031273"/>
                </a:lnTo>
                <a:lnTo>
                  <a:pt x="164749" y="4986991"/>
                </a:lnTo>
                <a:lnTo>
                  <a:pt x="152582" y="4942526"/>
                </a:lnTo>
                <a:lnTo>
                  <a:pt x="140861" y="4897880"/>
                </a:lnTo>
                <a:lnTo>
                  <a:pt x="129589" y="4853057"/>
                </a:lnTo>
                <a:lnTo>
                  <a:pt x="118769" y="4808058"/>
                </a:lnTo>
                <a:lnTo>
                  <a:pt x="108402" y="4762886"/>
                </a:lnTo>
                <a:lnTo>
                  <a:pt x="98492" y="4717544"/>
                </a:lnTo>
                <a:lnTo>
                  <a:pt x="89040" y="4672033"/>
                </a:lnTo>
                <a:lnTo>
                  <a:pt x="80050" y="4626358"/>
                </a:lnTo>
                <a:lnTo>
                  <a:pt x="71524" y="4580519"/>
                </a:lnTo>
                <a:lnTo>
                  <a:pt x="63464" y="4534520"/>
                </a:lnTo>
                <a:lnTo>
                  <a:pt x="55873" y="4488364"/>
                </a:lnTo>
                <a:lnTo>
                  <a:pt x="48754" y="4442051"/>
                </a:lnTo>
                <a:lnTo>
                  <a:pt x="42109" y="4395586"/>
                </a:lnTo>
                <a:lnTo>
                  <a:pt x="35940" y="4348970"/>
                </a:lnTo>
                <a:lnTo>
                  <a:pt x="30250" y="4302207"/>
                </a:lnTo>
                <a:lnTo>
                  <a:pt x="25042" y="4255298"/>
                </a:lnTo>
                <a:lnTo>
                  <a:pt x="20318" y="4208246"/>
                </a:lnTo>
                <a:lnTo>
                  <a:pt x="16081" y="4161053"/>
                </a:lnTo>
                <a:lnTo>
                  <a:pt x="12332" y="4113723"/>
                </a:lnTo>
                <a:lnTo>
                  <a:pt x="9075" y="4066257"/>
                </a:lnTo>
                <a:lnTo>
                  <a:pt x="6313" y="4018658"/>
                </a:lnTo>
                <a:lnTo>
                  <a:pt x="4047" y="3970929"/>
                </a:lnTo>
                <a:lnTo>
                  <a:pt x="2280" y="3923072"/>
                </a:lnTo>
                <a:lnTo>
                  <a:pt x="1015" y="3875089"/>
                </a:lnTo>
                <a:lnTo>
                  <a:pt x="254" y="3826984"/>
                </a:lnTo>
                <a:lnTo>
                  <a:pt x="0" y="3778757"/>
                </a:lnTo>
              </a:path>
            </a:pathLst>
          </a:custGeom>
          <a:ln w="19812">
            <a:solidFill>
              <a:srgbClr val="75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97245" y="0"/>
            <a:ext cx="4441570" cy="6877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961" y="0"/>
            <a:ext cx="2058670" cy="6858000"/>
          </a:xfrm>
          <a:custGeom>
            <a:avLst/>
            <a:gdLst/>
            <a:ahLst/>
            <a:cxnLst/>
            <a:rect l="l" t="t" r="r" b="b"/>
            <a:pathLst>
              <a:path w="2058670" h="6858000">
                <a:moveTo>
                  <a:pt x="0" y="3778757"/>
                </a:moveTo>
                <a:lnTo>
                  <a:pt x="254" y="3730531"/>
                </a:lnTo>
                <a:lnTo>
                  <a:pt x="1015" y="3682424"/>
                </a:lnTo>
                <a:lnTo>
                  <a:pt x="2280" y="3634441"/>
                </a:lnTo>
                <a:lnTo>
                  <a:pt x="4047" y="3586583"/>
                </a:lnTo>
                <a:lnTo>
                  <a:pt x="6313" y="3538853"/>
                </a:lnTo>
                <a:lnTo>
                  <a:pt x="9075" y="3491254"/>
                </a:lnTo>
                <a:lnTo>
                  <a:pt x="12332" y="3443787"/>
                </a:lnTo>
                <a:lnTo>
                  <a:pt x="16081" y="3396456"/>
                </a:lnTo>
                <a:lnTo>
                  <a:pt x="20318" y="3349263"/>
                </a:lnTo>
                <a:lnTo>
                  <a:pt x="25042" y="3302211"/>
                </a:lnTo>
                <a:lnTo>
                  <a:pt x="30250" y="3255301"/>
                </a:lnTo>
                <a:lnTo>
                  <a:pt x="35940" y="3208537"/>
                </a:lnTo>
                <a:lnTo>
                  <a:pt x="42109" y="3161921"/>
                </a:lnTo>
                <a:lnTo>
                  <a:pt x="48754" y="3115455"/>
                </a:lnTo>
                <a:lnTo>
                  <a:pt x="55873" y="3069142"/>
                </a:lnTo>
                <a:lnTo>
                  <a:pt x="63464" y="3022985"/>
                </a:lnTo>
                <a:lnTo>
                  <a:pt x="71524" y="2976986"/>
                </a:lnTo>
                <a:lnTo>
                  <a:pt x="80050" y="2931147"/>
                </a:lnTo>
                <a:lnTo>
                  <a:pt x="89040" y="2885471"/>
                </a:lnTo>
                <a:lnTo>
                  <a:pt x="98492" y="2839960"/>
                </a:lnTo>
                <a:lnTo>
                  <a:pt x="108402" y="2794618"/>
                </a:lnTo>
                <a:lnTo>
                  <a:pt x="118769" y="2749445"/>
                </a:lnTo>
                <a:lnTo>
                  <a:pt x="129589" y="2704446"/>
                </a:lnTo>
                <a:lnTo>
                  <a:pt x="140861" y="2659622"/>
                </a:lnTo>
                <a:lnTo>
                  <a:pt x="152582" y="2614976"/>
                </a:lnTo>
                <a:lnTo>
                  <a:pt x="164749" y="2570511"/>
                </a:lnTo>
                <a:lnTo>
                  <a:pt x="177360" y="2526228"/>
                </a:lnTo>
                <a:lnTo>
                  <a:pt x="190412" y="2482131"/>
                </a:lnTo>
                <a:lnTo>
                  <a:pt x="203902" y="2438222"/>
                </a:lnTo>
                <a:lnTo>
                  <a:pt x="217829" y="2394503"/>
                </a:lnTo>
                <a:lnTo>
                  <a:pt x="232190" y="2350977"/>
                </a:lnTo>
                <a:lnTo>
                  <a:pt x="246982" y="2307646"/>
                </a:lnTo>
                <a:lnTo>
                  <a:pt x="262202" y="2264514"/>
                </a:lnTo>
                <a:lnTo>
                  <a:pt x="277849" y="2221581"/>
                </a:lnTo>
                <a:lnTo>
                  <a:pt x="293920" y="2178852"/>
                </a:lnTo>
                <a:lnTo>
                  <a:pt x="310411" y="2136328"/>
                </a:lnTo>
                <a:lnTo>
                  <a:pt x="327321" y="2094012"/>
                </a:lnTo>
                <a:lnTo>
                  <a:pt x="344647" y="2051906"/>
                </a:lnTo>
                <a:lnTo>
                  <a:pt x="362387" y="2010013"/>
                </a:lnTo>
                <a:lnTo>
                  <a:pt x="380538" y="1968336"/>
                </a:lnTo>
                <a:lnTo>
                  <a:pt x="399097" y="1926876"/>
                </a:lnTo>
                <a:lnTo>
                  <a:pt x="418062" y="1885637"/>
                </a:lnTo>
                <a:lnTo>
                  <a:pt x="437431" y="1844621"/>
                </a:lnTo>
                <a:lnTo>
                  <a:pt x="457200" y="1803830"/>
                </a:lnTo>
                <a:lnTo>
                  <a:pt x="477369" y="1763267"/>
                </a:lnTo>
                <a:lnTo>
                  <a:pt x="497933" y="1722934"/>
                </a:lnTo>
                <a:lnTo>
                  <a:pt x="518890" y="1682834"/>
                </a:lnTo>
                <a:lnTo>
                  <a:pt x="540239" y="1642969"/>
                </a:lnTo>
                <a:lnTo>
                  <a:pt x="561975" y="1603343"/>
                </a:lnTo>
                <a:lnTo>
                  <a:pt x="584098" y="1563956"/>
                </a:lnTo>
                <a:lnTo>
                  <a:pt x="606604" y="1524813"/>
                </a:lnTo>
                <a:lnTo>
                  <a:pt x="629491" y="1485915"/>
                </a:lnTo>
                <a:lnTo>
                  <a:pt x="652756" y="1447265"/>
                </a:lnTo>
                <a:lnTo>
                  <a:pt x="676397" y="1408865"/>
                </a:lnTo>
                <a:lnTo>
                  <a:pt x="700411" y="1370718"/>
                </a:lnTo>
                <a:lnTo>
                  <a:pt x="724796" y="1332826"/>
                </a:lnTo>
                <a:lnTo>
                  <a:pt x="749549" y="1295192"/>
                </a:lnTo>
                <a:lnTo>
                  <a:pt x="774668" y="1257818"/>
                </a:lnTo>
                <a:lnTo>
                  <a:pt x="800150" y="1220708"/>
                </a:lnTo>
                <a:lnTo>
                  <a:pt x="825993" y="1183862"/>
                </a:lnTo>
                <a:lnTo>
                  <a:pt x="852194" y="1147285"/>
                </a:lnTo>
                <a:lnTo>
                  <a:pt x="878750" y="1110977"/>
                </a:lnTo>
                <a:lnTo>
                  <a:pt x="905660" y="1074943"/>
                </a:lnTo>
                <a:lnTo>
                  <a:pt x="932920" y="1039184"/>
                </a:lnTo>
                <a:lnTo>
                  <a:pt x="960528" y="1003702"/>
                </a:lnTo>
                <a:lnTo>
                  <a:pt x="988482" y="968501"/>
                </a:lnTo>
                <a:lnTo>
                  <a:pt x="1016779" y="933583"/>
                </a:lnTo>
                <a:lnTo>
                  <a:pt x="1045417" y="898950"/>
                </a:lnTo>
                <a:lnTo>
                  <a:pt x="1074392" y="864605"/>
                </a:lnTo>
                <a:lnTo>
                  <a:pt x="1103703" y="830550"/>
                </a:lnTo>
                <a:lnTo>
                  <a:pt x="1133347" y="796788"/>
                </a:lnTo>
                <a:lnTo>
                  <a:pt x="1163322" y="763321"/>
                </a:lnTo>
                <a:lnTo>
                  <a:pt x="1193624" y="730152"/>
                </a:lnTo>
                <a:lnTo>
                  <a:pt x="1224252" y="697284"/>
                </a:lnTo>
                <a:lnTo>
                  <a:pt x="1255203" y="664718"/>
                </a:lnTo>
                <a:lnTo>
                  <a:pt x="1286474" y="632457"/>
                </a:lnTo>
                <a:lnTo>
                  <a:pt x="1318063" y="600504"/>
                </a:lnTo>
                <a:lnTo>
                  <a:pt x="1349967" y="568862"/>
                </a:lnTo>
                <a:lnTo>
                  <a:pt x="1382184" y="537532"/>
                </a:lnTo>
                <a:lnTo>
                  <a:pt x="1414712" y="506517"/>
                </a:lnTo>
                <a:lnTo>
                  <a:pt x="1447547" y="475821"/>
                </a:lnTo>
                <a:lnTo>
                  <a:pt x="1480688" y="445444"/>
                </a:lnTo>
                <a:lnTo>
                  <a:pt x="1514131" y="415390"/>
                </a:lnTo>
                <a:lnTo>
                  <a:pt x="1547875" y="385662"/>
                </a:lnTo>
                <a:lnTo>
                  <a:pt x="1581916" y="356261"/>
                </a:lnTo>
                <a:lnTo>
                  <a:pt x="1616252" y="327191"/>
                </a:lnTo>
                <a:lnTo>
                  <a:pt x="1650882" y="298453"/>
                </a:lnTo>
                <a:lnTo>
                  <a:pt x="1685801" y="270051"/>
                </a:lnTo>
                <a:lnTo>
                  <a:pt x="1721008" y="241986"/>
                </a:lnTo>
                <a:lnTo>
                  <a:pt x="1756500" y="214261"/>
                </a:lnTo>
                <a:lnTo>
                  <a:pt x="1792275" y="186880"/>
                </a:lnTo>
                <a:lnTo>
                  <a:pt x="1828330" y="159843"/>
                </a:lnTo>
                <a:lnTo>
                  <a:pt x="1864662" y="133154"/>
                </a:lnTo>
                <a:lnTo>
                  <a:pt x="1901270" y="106816"/>
                </a:lnTo>
                <a:lnTo>
                  <a:pt x="1938150" y="80830"/>
                </a:lnTo>
                <a:lnTo>
                  <a:pt x="1975300" y="55200"/>
                </a:lnTo>
                <a:lnTo>
                  <a:pt x="2012718" y="29927"/>
                </a:lnTo>
                <a:lnTo>
                  <a:pt x="2050400" y="5014"/>
                </a:lnTo>
                <a:lnTo>
                  <a:pt x="2058151" y="0"/>
                </a:lnTo>
              </a:path>
              <a:path w="2058670" h="6858000">
                <a:moveTo>
                  <a:pt x="1222184" y="6857997"/>
                </a:moveTo>
                <a:lnTo>
                  <a:pt x="1193624" y="6827348"/>
                </a:lnTo>
                <a:lnTo>
                  <a:pt x="1163322" y="6794179"/>
                </a:lnTo>
                <a:lnTo>
                  <a:pt x="1133347" y="6760712"/>
                </a:lnTo>
                <a:lnTo>
                  <a:pt x="1103703" y="6726949"/>
                </a:lnTo>
                <a:lnTo>
                  <a:pt x="1074392" y="6692894"/>
                </a:lnTo>
                <a:lnTo>
                  <a:pt x="1045417" y="6658549"/>
                </a:lnTo>
                <a:lnTo>
                  <a:pt x="1016779" y="6623916"/>
                </a:lnTo>
                <a:lnTo>
                  <a:pt x="988482" y="6588998"/>
                </a:lnTo>
                <a:lnTo>
                  <a:pt x="960528" y="6553797"/>
                </a:lnTo>
                <a:lnTo>
                  <a:pt x="932920" y="6518315"/>
                </a:lnTo>
                <a:lnTo>
                  <a:pt x="905660" y="6482556"/>
                </a:lnTo>
                <a:lnTo>
                  <a:pt x="878750" y="6446521"/>
                </a:lnTo>
                <a:lnTo>
                  <a:pt x="852194" y="6410214"/>
                </a:lnTo>
                <a:lnTo>
                  <a:pt x="825993" y="6373636"/>
                </a:lnTo>
                <a:lnTo>
                  <a:pt x="800150" y="6336791"/>
                </a:lnTo>
                <a:lnTo>
                  <a:pt x="774668" y="6299680"/>
                </a:lnTo>
                <a:lnTo>
                  <a:pt x="749549" y="6262306"/>
                </a:lnTo>
                <a:lnTo>
                  <a:pt x="724796" y="6224672"/>
                </a:lnTo>
                <a:lnTo>
                  <a:pt x="700411" y="6186781"/>
                </a:lnTo>
                <a:lnTo>
                  <a:pt x="676397" y="6148633"/>
                </a:lnTo>
                <a:lnTo>
                  <a:pt x="652756" y="6110233"/>
                </a:lnTo>
                <a:lnTo>
                  <a:pt x="629491" y="6071583"/>
                </a:lnTo>
                <a:lnTo>
                  <a:pt x="606604" y="6032685"/>
                </a:lnTo>
                <a:lnTo>
                  <a:pt x="584098" y="5993542"/>
                </a:lnTo>
                <a:lnTo>
                  <a:pt x="561975" y="5954155"/>
                </a:lnTo>
                <a:lnTo>
                  <a:pt x="540239" y="5914529"/>
                </a:lnTo>
                <a:lnTo>
                  <a:pt x="518890" y="5874664"/>
                </a:lnTo>
                <a:lnTo>
                  <a:pt x="497933" y="5834564"/>
                </a:lnTo>
                <a:lnTo>
                  <a:pt x="477369" y="5794232"/>
                </a:lnTo>
                <a:lnTo>
                  <a:pt x="457200" y="5753669"/>
                </a:lnTo>
                <a:lnTo>
                  <a:pt x="437431" y="5712878"/>
                </a:lnTo>
                <a:lnTo>
                  <a:pt x="418062" y="5671862"/>
                </a:lnTo>
                <a:lnTo>
                  <a:pt x="399097" y="5630622"/>
                </a:lnTo>
                <a:lnTo>
                  <a:pt x="380538" y="5589163"/>
                </a:lnTo>
                <a:lnTo>
                  <a:pt x="362387" y="5547486"/>
                </a:lnTo>
                <a:lnTo>
                  <a:pt x="344647" y="5505593"/>
                </a:lnTo>
                <a:lnTo>
                  <a:pt x="327321" y="5463487"/>
                </a:lnTo>
                <a:lnTo>
                  <a:pt x="310411" y="5421171"/>
                </a:lnTo>
                <a:lnTo>
                  <a:pt x="293920" y="5378648"/>
                </a:lnTo>
                <a:lnTo>
                  <a:pt x="277849" y="5335918"/>
                </a:lnTo>
                <a:lnTo>
                  <a:pt x="262202" y="5292986"/>
                </a:lnTo>
                <a:lnTo>
                  <a:pt x="246982" y="5249854"/>
                </a:lnTo>
                <a:lnTo>
                  <a:pt x="232190" y="5206524"/>
                </a:lnTo>
                <a:lnTo>
                  <a:pt x="217829" y="5162998"/>
                </a:lnTo>
                <a:lnTo>
                  <a:pt x="203902" y="5119279"/>
                </a:lnTo>
                <a:lnTo>
                  <a:pt x="190412" y="5075370"/>
                </a:lnTo>
                <a:lnTo>
                  <a:pt x="177360" y="5031273"/>
                </a:lnTo>
                <a:lnTo>
                  <a:pt x="164749" y="4986991"/>
                </a:lnTo>
                <a:lnTo>
                  <a:pt x="152582" y="4942526"/>
                </a:lnTo>
                <a:lnTo>
                  <a:pt x="140861" y="4897880"/>
                </a:lnTo>
                <a:lnTo>
                  <a:pt x="129589" y="4853057"/>
                </a:lnTo>
                <a:lnTo>
                  <a:pt x="118769" y="4808058"/>
                </a:lnTo>
                <a:lnTo>
                  <a:pt x="108402" y="4762886"/>
                </a:lnTo>
                <a:lnTo>
                  <a:pt x="98492" y="4717544"/>
                </a:lnTo>
                <a:lnTo>
                  <a:pt x="89040" y="4672033"/>
                </a:lnTo>
                <a:lnTo>
                  <a:pt x="80050" y="4626358"/>
                </a:lnTo>
                <a:lnTo>
                  <a:pt x="71524" y="4580519"/>
                </a:lnTo>
                <a:lnTo>
                  <a:pt x="63464" y="4534520"/>
                </a:lnTo>
                <a:lnTo>
                  <a:pt x="55873" y="4488364"/>
                </a:lnTo>
                <a:lnTo>
                  <a:pt x="48754" y="4442051"/>
                </a:lnTo>
                <a:lnTo>
                  <a:pt x="42109" y="4395586"/>
                </a:lnTo>
                <a:lnTo>
                  <a:pt x="35940" y="4348970"/>
                </a:lnTo>
                <a:lnTo>
                  <a:pt x="30250" y="4302207"/>
                </a:lnTo>
                <a:lnTo>
                  <a:pt x="25042" y="4255298"/>
                </a:lnTo>
                <a:lnTo>
                  <a:pt x="20318" y="4208246"/>
                </a:lnTo>
                <a:lnTo>
                  <a:pt x="16081" y="4161053"/>
                </a:lnTo>
                <a:lnTo>
                  <a:pt x="12332" y="4113723"/>
                </a:lnTo>
                <a:lnTo>
                  <a:pt x="9075" y="4066257"/>
                </a:lnTo>
                <a:lnTo>
                  <a:pt x="6313" y="4018658"/>
                </a:lnTo>
                <a:lnTo>
                  <a:pt x="4047" y="3970929"/>
                </a:lnTo>
                <a:lnTo>
                  <a:pt x="2280" y="3923072"/>
                </a:lnTo>
                <a:lnTo>
                  <a:pt x="1015" y="3875089"/>
                </a:lnTo>
                <a:lnTo>
                  <a:pt x="254" y="3826984"/>
                </a:lnTo>
                <a:lnTo>
                  <a:pt x="0" y="3778757"/>
                </a:lnTo>
              </a:path>
            </a:pathLst>
          </a:custGeom>
          <a:ln w="19812">
            <a:solidFill>
              <a:srgbClr val="75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911083" y="4253484"/>
            <a:ext cx="2996565" cy="704215"/>
            <a:chOff x="7911083" y="4253484"/>
            <a:chExt cx="2996565" cy="704215"/>
          </a:xfrm>
        </p:grpSpPr>
        <p:sp>
          <p:nvSpPr>
            <p:cNvPr id="9" name="object 9"/>
            <p:cNvSpPr/>
            <p:nvPr/>
          </p:nvSpPr>
          <p:spPr>
            <a:xfrm>
              <a:off x="7911083" y="4253484"/>
              <a:ext cx="2996565" cy="704215"/>
            </a:xfrm>
            <a:custGeom>
              <a:avLst/>
              <a:gdLst/>
              <a:ahLst/>
              <a:cxnLst/>
              <a:rect l="l" t="t" r="r" b="b"/>
              <a:pathLst>
                <a:path w="2996565" h="704214">
                  <a:moveTo>
                    <a:pt x="2996183" y="0"/>
                  </a:moveTo>
                  <a:lnTo>
                    <a:pt x="0" y="0"/>
                  </a:lnTo>
                  <a:lnTo>
                    <a:pt x="0" y="704088"/>
                  </a:lnTo>
                  <a:lnTo>
                    <a:pt x="2996183" y="704088"/>
                  </a:lnTo>
                  <a:lnTo>
                    <a:pt x="2996183" y="0"/>
                  </a:lnTo>
                  <a:close/>
                </a:path>
              </a:pathLst>
            </a:custGeom>
            <a:solidFill>
              <a:srgbClr val="0074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47836" y="4464050"/>
              <a:ext cx="2122043" cy="25692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789101" y="2665729"/>
            <a:ext cx="6834581" cy="8088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93011" y="3567557"/>
            <a:ext cx="6220206" cy="4413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66788" y="4361688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79" h="487679">
                <a:moveTo>
                  <a:pt x="243839" y="0"/>
                </a:moveTo>
                <a:lnTo>
                  <a:pt x="194711" y="4955"/>
                </a:lnTo>
                <a:lnTo>
                  <a:pt x="148947" y="19169"/>
                </a:lnTo>
                <a:lnTo>
                  <a:pt x="107528" y="41656"/>
                </a:lnTo>
                <a:lnTo>
                  <a:pt x="71437" y="71437"/>
                </a:lnTo>
                <a:lnTo>
                  <a:pt x="41656" y="107528"/>
                </a:lnTo>
                <a:lnTo>
                  <a:pt x="19169" y="148947"/>
                </a:lnTo>
                <a:lnTo>
                  <a:pt x="4955" y="194711"/>
                </a:lnTo>
                <a:lnTo>
                  <a:pt x="0" y="243839"/>
                </a:lnTo>
                <a:lnTo>
                  <a:pt x="4955" y="292968"/>
                </a:lnTo>
                <a:lnTo>
                  <a:pt x="19169" y="338732"/>
                </a:lnTo>
                <a:lnTo>
                  <a:pt x="41656" y="380151"/>
                </a:lnTo>
                <a:lnTo>
                  <a:pt x="71437" y="416242"/>
                </a:lnTo>
                <a:lnTo>
                  <a:pt x="107528" y="446023"/>
                </a:lnTo>
                <a:lnTo>
                  <a:pt x="148947" y="468510"/>
                </a:lnTo>
                <a:lnTo>
                  <a:pt x="194711" y="482724"/>
                </a:lnTo>
                <a:lnTo>
                  <a:pt x="243839" y="487680"/>
                </a:lnTo>
                <a:lnTo>
                  <a:pt x="292968" y="482724"/>
                </a:lnTo>
                <a:lnTo>
                  <a:pt x="338732" y="468510"/>
                </a:lnTo>
                <a:lnTo>
                  <a:pt x="380151" y="446023"/>
                </a:lnTo>
                <a:lnTo>
                  <a:pt x="416242" y="416242"/>
                </a:lnTo>
                <a:lnTo>
                  <a:pt x="446023" y="380151"/>
                </a:lnTo>
                <a:lnTo>
                  <a:pt x="468510" y="338732"/>
                </a:lnTo>
                <a:lnTo>
                  <a:pt x="482724" y="292968"/>
                </a:lnTo>
                <a:lnTo>
                  <a:pt x="487679" y="243839"/>
                </a:lnTo>
                <a:lnTo>
                  <a:pt x="482724" y="194711"/>
                </a:lnTo>
                <a:lnTo>
                  <a:pt x="468510" y="148947"/>
                </a:lnTo>
                <a:lnTo>
                  <a:pt x="446023" y="107528"/>
                </a:lnTo>
                <a:lnTo>
                  <a:pt x="416242" y="71437"/>
                </a:lnTo>
                <a:lnTo>
                  <a:pt x="380151" y="41656"/>
                </a:lnTo>
                <a:lnTo>
                  <a:pt x="338732" y="19169"/>
                </a:lnTo>
                <a:lnTo>
                  <a:pt x="292968" y="4955"/>
                </a:lnTo>
                <a:lnTo>
                  <a:pt x="2438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867133" y="6528444"/>
            <a:ext cx="309880" cy="25590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00AFEF"/>
                </a:solidFill>
                <a:latin typeface="Arial Black"/>
                <a:cs typeface="Arial Black"/>
              </a:rPr>
              <a:t>16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29539" y="0"/>
            <a:ext cx="2749550" cy="1365885"/>
            <a:chOff x="129539" y="0"/>
            <a:chExt cx="2749550" cy="1365885"/>
          </a:xfrm>
        </p:grpSpPr>
        <p:sp>
          <p:nvSpPr>
            <p:cNvPr id="4" name="object 4"/>
            <p:cNvSpPr/>
            <p:nvPr/>
          </p:nvSpPr>
          <p:spPr>
            <a:xfrm>
              <a:off x="129539" y="0"/>
              <a:ext cx="2749550" cy="1365885"/>
            </a:xfrm>
            <a:custGeom>
              <a:avLst/>
              <a:gdLst/>
              <a:ahLst/>
              <a:cxnLst/>
              <a:rect l="l" t="t" r="r" b="b"/>
              <a:pathLst>
                <a:path w="2749550" h="1365885">
                  <a:moveTo>
                    <a:pt x="2749296" y="0"/>
                  </a:moveTo>
                  <a:lnTo>
                    <a:pt x="0" y="0"/>
                  </a:lnTo>
                  <a:lnTo>
                    <a:pt x="6565" y="130175"/>
                  </a:lnTo>
                  <a:lnTo>
                    <a:pt x="12310" y="178336"/>
                  </a:lnTo>
                  <a:lnTo>
                    <a:pt x="19696" y="225973"/>
                  </a:lnTo>
                  <a:lnTo>
                    <a:pt x="28696" y="273056"/>
                  </a:lnTo>
                  <a:lnTo>
                    <a:pt x="39280" y="319556"/>
                  </a:lnTo>
                  <a:lnTo>
                    <a:pt x="51418" y="365444"/>
                  </a:lnTo>
                  <a:lnTo>
                    <a:pt x="65081" y="410690"/>
                  </a:lnTo>
                  <a:lnTo>
                    <a:pt x="80241" y="455266"/>
                  </a:lnTo>
                  <a:lnTo>
                    <a:pt x="96866" y="499141"/>
                  </a:lnTo>
                  <a:lnTo>
                    <a:pt x="114929" y="542286"/>
                  </a:lnTo>
                  <a:lnTo>
                    <a:pt x="134400" y="584672"/>
                  </a:lnTo>
                  <a:lnTo>
                    <a:pt x="155249" y="626269"/>
                  </a:lnTo>
                  <a:lnTo>
                    <a:pt x="177447" y="667049"/>
                  </a:lnTo>
                  <a:lnTo>
                    <a:pt x="200965" y="706982"/>
                  </a:lnTo>
                  <a:lnTo>
                    <a:pt x="225773" y="746038"/>
                  </a:lnTo>
                  <a:lnTo>
                    <a:pt x="251842" y="784189"/>
                  </a:lnTo>
                  <a:lnTo>
                    <a:pt x="279143" y="821404"/>
                  </a:lnTo>
                  <a:lnTo>
                    <a:pt x="307647" y="857655"/>
                  </a:lnTo>
                  <a:lnTo>
                    <a:pt x="337323" y="892912"/>
                  </a:lnTo>
                  <a:lnTo>
                    <a:pt x="368143" y="927146"/>
                  </a:lnTo>
                  <a:lnTo>
                    <a:pt x="400078" y="960328"/>
                  </a:lnTo>
                  <a:lnTo>
                    <a:pt x="433097" y="992427"/>
                  </a:lnTo>
                  <a:lnTo>
                    <a:pt x="467173" y="1023415"/>
                  </a:lnTo>
                  <a:lnTo>
                    <a:pt x="502274" y="1053263"/>
                  </a:lnTo>
                  <a:lnTo>
                    <a:pt x="538373" y="1081941"/>
                  </a:lnTo>
                  <a:lnTo>
                    <a:pt x="575439" y="1109419"/>
                  </a:lnTo>
                  <a:lnTo>
                    <a:pt x="613444" y="1135669"/>
                  </a:lnTo>
                  <a:lnTo>
                    <a:pt x="652357" y="1160661"/>
                  </a:lnTo>
                  <a:lnTo>
                    <a:pt x="692150" y="1184366"/>
                  </a:lnTo>
                  <a:lnTo>
                    <a:pt x="732793" y="1206754"/>
                  </a:lnTo>
                  <a:lnTo>
                    <a:pt x="774258" y="1227796"/>
                  </a:lnTo>
                  <a:lnTo>
                    <a:pt x="816514" y="1247462"/>
                  </a:lnTo>
                  <a:lnTo>
                    <a:pt x="859532" y="1265724"/>
                  </a:lnTo>
                  <a:lnTo>
                    <a:pt x="903283" y="1282552"/>
                  </a:lnTo>
                  <a:lnTo>
                    <a:pt x="947737" y="1297917"/>
                  </a:lnTo>
                  <a:lnTo>
                    <a:pt x="992866" y="1311789"/>
                  </a:lnTo>
                  <a:lnTo>
                    <a:pt x="1038640" y="1324138"/>
                  </a:lnTo>
                  <a:lnTo>
                    <a:pt x="1085029" y="1334937"/>
                  </a:lnTo>
                  <a:lnTo>
                    <a:pt x="1132005" y="1344154"/>
                  </a:lnTo>
                  <a:lnTo>
                    <a:pt x="1179537" y="1351762"/>
                  </a:lnTo>
                  <a:lnTo>
                    <a:pt x="1227597" y="1357730"/>
                  </a:lnTo>
                  <a:lnTo>
                    <a:pt x="1276155" y="1362029"/>
                  </a:lnTo>
                  <a:lnTo>
                    <a:pt x="1325181" y="1364630"/>
                  </a:lnTo>
                  <a:lnTo>
                    <a:pt x="1374648" y="1365503"/>
                  </a:lnTo>
                  <a:lnTo>
                    <a:pt x="1424110" y="1364630"/>
                  </a:lnTo>
                  <a:lnTo>
                    <a:pt x="1473133" y="1362029"/>
                  </a:lnTo>
                  <a:lnTo>
                    <a:pt x="1521687" y="1357730"/>
                  </a:lnTo>
                  <a:lnTo>
                    <a:pt x="1569744" y="1351762"/>
                  </a:lnTo>
                  <a:lnTo>
                    <a:pt x="1617274" y="1344154"/>
                  </a:lnTo>
                  <a:lnTo>
                    <a:pt x="1664247" y="1334937"/>
                  </a:lnTo>
                  <a:lnTo>
                    <a:pt x="1710635" y="1324138"/>
                  </a:lnTo>
                  <a:lnTo>
                    <a:pt x="1756407" y="1311789"/>
                  </a:lnTo>
                  <a:lnTo>
                    <a:pt x="1801535" y="1297917"/>
                  </a:lnTo>
                  <a:lnTo>
                    <a:pt x="1845989" y="1282552"/>
                  </a:lnTo>
                  <a:lnTo>
                    <a:pt x="1889739" y="1265724"/>
                  </a:lnTo>
                  <a:lnTo>
                    <a:pt x="1932757" y="1247462"/>
                  </a:lnTo>
                  <a:lnTo>
                    <a:pt x="1975013" y="1227796"/>
                  </a:lnTo>
                  <a:lnTo>
                    <a:pt x="2016477" y="1206754"/>
                  </a:lnTo>
                  <a:lnTo>
                    <a:pt x="2057121" y="1184366"/>
                  </a:lnTo>
                  <a:lnTo>
                    <a:pt x="2096915" y="1160661"/>
                  </a:lnTo>
                  <a:lnTo>
                    <a:pt x="2135829" y="1135669"/>
                  </a:lnTo>
                  <a:lnTo>
                    <a:pt x="2173834" y="1109419"/>
                  </a:lnTo>
                  <a:lnTo>
                    <a:pt x="2210901" y="1081941"/>
                  </a:lnTo>
                  <a:lnTo>
                    <a:pt x="2247000" y="1053263"/>
                  </a:lnTo>
                  <a:lnTo>
                    <a:pt x="2282103" y="1023415"/>
                  </a:lnTo>
                  <a:lnTo>
                    <a:pt x="2316179" y="992427"/>
                  </a:lnTo>
                  <a:lnTo>
                    <a:pt x="2349199" y="960328"/>
                  </a:lnTo>
                  <a:lnTo>
                    <a:pt x="2381135" y="927146"/>
                  </a:lnTo>
                  <a:lnTo>
                    <a:pt x="2411956" y="892912"/>
                  </a:lnTo>
                  <a:lnTo>
                    <a:pt x="2441633" y="857655"/>
                  </a:lnTo>
                  <a:lnTo>
                    <a:pt x="2470137" y="821404"/>
                  </a:lnTo>
                  <a:lnTo>
                    <a:pt x="2497439" y="784189"/>
                  </a:lnTo>
                  <a:lnTo>
                    <a:pt x="2523508" y="746038"/>
                  </a:lnTo>
                  <a:lnTo>
                    <a:pt x="2548317" y="706982"/>
                  </a:lnTo>
                  <a:lnTo>
                    <a:pt x="2571834" y="667049"/>
                  </a:lnTo>
                  <a:lnTo>
                    <a:pt x="2594032" y="626269"/>
                  </a:lnTo>
                  <a:lnTo>
                    <a:pt x="2614881" y="584672"/>
                  </a:lnTo>
                  <a:lnTo>
                    <a:pt x="2634351" y="542286"/>
                  </a:lnTo>
                  <a:lnTo>
                    <a:pt x="2652412" y="499141"/>
                  </a:lnTo>
                  <a:lnTo>
                    <a:pt x="2669036" y="455266"/>
                  </a:lnTo>
                  <a:lnTo>
                    <a:pt x="2684194" y="410690"/>
                  </a:lnTo>
                  <a:lnTo>
                    <a:pt x="2697855" y="365444"/>
                  </a:lnTo>
                  <a:lnTo>
                    <a:pt x="2709991" y="319556"/>
                  </a:lnTo>
                  <a:lnTo>
                    <a:pt x="2720572" y="273056"/>
                  </a:lnTo>
                  <a:lnTo>
                    <a:pt x="2729569" y="225973"/>
                  </a:lnTo>
                  <a:lnTo>
                    <a:pt x="2736952" y="178336"/>
                  </a:lnTo>
                  <a:lnTo>
                    <a:pt x="2742692" y="130175"/>
                  </a:lnTo>
                  <a:lnTo>
                    <a:pt x="2749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2520" y="243840"/>
              <a:ext cx="670560" cy="581025"/>
            </a:xfrm>
            <a:custGeom>
              <a:avLst/>
              <a:gdLst/>
              <a:ahLst/>
              <a:cxnLst/>
              <a:rect l="l" t="t" r="r" b="b"/>
              <a:pathLst>
                <a:path w="670560" h="581025">
                  <a:moveTo>
                    <a:pt x="603631" y="0"/>
                  </a:moveTo>
                  <a:lnTo>
                    <a:pt x="553505" y="24033"/>
                  </a:lnTo>
                  <a:lnTo>
                    <a:pt x="509653" y="49499"/>
                  </a:lnTo>
                  <a:lnTo>
                    <a:pt x="472067" y="76398"/>
                  </a:lnTo>
                  <a:lnTo>
                    <a:pt x="440741" y="104729"/>
                  </a:lnTo>
                  <a:lnTo>
                    <a:pt x="415671" y="134492"/>
                  </a:lnTo>
                  <a:lnTo>
                    <a:pt x="391741" y="176047"/>
                  </a:lnTo>
                  <a:lnTo>
                    <a:pt x="374634" y="224520"/>
                  </a:lnTo>
                  <a:lnTo>
                    <a:pt x="364361" y="279921"/>
                  </a:lnTo>
                  <a:lnTo>
                    <a:pt x="360934" y="342264"/>
                  </a:lnTo>
                  <a:lnTo>
                    <a:pt x="360934" y="580643"/>
                  </a:lnTo>
                  <a:lnTo>
                    <a:pt x="670560" y="580643"/>
                  </a:lnTo>
                  <a:lnTo>
                    <a:pt x="670560" y="293115"/>
                  </a:lnTo>
                  <a:lnTo>
                    <a:pt x="522478" y="293115"/>
                  </a:lnTo>
                  <a:lnTo>
                    <a:pt x="526006" y="268047"/>
                  </a:lnTo>
                  <a:lnTo>
                    <a:pt x="543444" y="223053"/>
                  </a:lnTo>
                  <a:lnTo>
                    <a:pt x="576191" y="184126"/>
                  </a:lnTo>
                  <a:lnTo>
                    <a:pt x="632769" y="145835"/>
                  </a:lnTo>
                  <a:lnTo>
                    <a:pt x="670560" y="126618"/>
                  </a:lnTo>
                  <a:lnTo>
                    <a:pt x="603631" y="0"/>
                  </a:lnTo>
                  <a:close/>
                </a:path>
                <a:path w="670560" h="581025">
                  <a:moveTo>
                    <a:pt x="242697" y="0"/>
                  </a:moveTo>
                  <a:lnTo>
                    <a:pt x="192605" y="24033"/>
                  </a:lnTo>
                  <a:lnTo>
                    <a:pt x="148767" y="49499"/>
                  </a:lnTo>
                  <a:lnTo>
                    <a:pt x="111187" y="76398"/>
                  </a:lnTo>
                  <a:lnTo>
                    <a:pt x="79868" y="104729"/>
                  </a:lnTo>
                  <a:lnTo>
                    <a:pt x="54813" y="134492"/>
                  </a:lnTo>
                  <a:lnTo>
                    <a:pt x="30834" y="176047"/>
                  </a:lnTo>
                  <a:lnTo>
                    <a:pt x="13704" y="224520"/>
                  </a:lnTo>
                  <a:lnTo>
                    <a:pt x="3426" y="279921"/>
                  </a:lnTo>
                  <a:lnTo>
                    <a:pt x="0" y="342264"/>
                  </a:lnTo>
                  <a:lnTo>
                    <a:pt x="0" y="580643"/>
                  </a:lnTo>
                  <a:lnTo>
                    <a:pt x="309626" y="580643"/>
                  </a:lnTo>
                  <a:lnTo>
                    <a:pt x="309626" y="293115"/>
                  </a:lnTo>
                  <a:lnTo>
                    <a:pt x="161544" y="293115"/>
                  </a:lnTo>
                  <a:lnTo>
                    <a:pt x="165090" y="268047"/>
                  </a:lnTo>
                  <a:lnTo>
                    <a:pt x="182564" y="223053"/>
                  </a:lnTo>
                  <a:lnTo>
                    <a:pt x="215257" y="184126"/>
                  </a:lnTo>
                  <a:lnTo>
                    <a:pt x="271835" y="145835"/>
                  </a:lnTo>
                  <a:lnTo>
                    <a:pt x="309626" y="126618"/>
                  </a:lnTo>
                  <a:lnTo>
                    <a:pt x="24269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01408" y="2158492"/>
            <a:ext cx="1881670" cy="306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48686" y="2162301"/>
            <a:ext cx="226060" cy="302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29686" y="2251455"/>
            <a:ext cx="160655" cy="2131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58108" y="2170048"/>
            <a:ext cx="1407160" cy="2945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443478" y="2174875"/>
            <a:ext cx="4800600" cy="2136775"/>
            <a:chOff x="3443478" y="2174875"/>
            <a:chExt cx="4800600" cy="2136775"/>
          </a:xfrm>
        </p:grpSpPr>
        <p:sp>
          <p:nvSpPr>
            <p:cNvPr id="11" name="object 11"/>
            <p:cNvSpPr/>
            <p:nvPr/>
          </p:nvSpPr>
          <p:spPr>
            <a:xfrm>
              <a:off x="4734306" y="2174875"/>
              <a:ext cx="2344039" cy="38061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52719" y="2597404"/>
              <a:ext cx="626109" cy="30607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01057" y="2593086"/>
              <a:ext cx="662939" cy="3103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84442" y="2690368"/>
              <a:ext cx="873125" cy="3018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30294" y="3036316"/>
              <a:ext cx="727328" cy="30556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56251" y="3129280"/>
              <a:ext cx="160654" cy="21310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0233" y="3036316"/>
              <a:ext cx="1015491" cy="39700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38036" y="3036316"/>
              <a:ext cx="432689" cy="30607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53478" y="3031997"/>
              <a:ext cx="344550" cy="31038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43478" y="3475227"/>
              <a:ext cx="1593214" cy="39700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29098" y="3479038"/>
              <a:ext cx="1201547" cy="39319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67119" y="3475227"/>
              <a:ext cx="626109" cy="30607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16622" y="3475227"/>
              <a:ext cx="727328" cy="30556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21527" y="3914139"/>
              <a:ext cx="626109" cy="30607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77613" y="3909822"/>
              <a:ext cx="1199641" cy="40131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00037" y="3951732"/>
              <a:ext cx="732282" cy="26847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71181" y="4174998"/>
              <a:ext cx="44576" cy="44703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7232522" y="2170048"/>
            <a:ext cx="1221358" cy="38544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34348" y="2170048"/>
            <a:ext cx="1112011" cy="35445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931400" y="2158492"/>
            <a:ext cx="999617" cy="30607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103102" y="2251455"/>
            <a:ext cx="420497" cy="21310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5238" y="2613786"/>
            <a:ext cx="690867" cy="28486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43430" y="2597404"/>
            <a:ext cx="624586" cy="30607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1220050" y="2608960"/>
            <a:ext cx="2721610" cy="734060"/>
            <a:chOff x="1220050" y="2608960"/>
            <a:chExt cx="2721610" cy="734060"/>
          </a:xfrm>
        </p:grpSpPr>
        <p:sp>
          <p:nvSpPr>
            <p:cNvPr id="35" name="object 35"/>
            <p:cNvSpPr/>
            <p:nvPr/>
          </p:nvSpPr>
          <p:spPr>
            <a:xfrm>
              <a:off x="2393441" y="2608960"/>
              <a:ext cx="1231392" cy="385444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53917" y="2858261"/>
              <a:ext cx="44577" cy="44703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20050" y="3036315"/>
              <a:ext cx="1205522" cy="306070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40711" y="3040125"/>
              <a:ext cx="272288" cy="29743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16961" y="3047872"/>
              <a:ext cx="824484" cy="294639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3912870" y="2613786"/>
            <a:ext cx="444372" cy="289687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547234" y="2690367"/>
            <a:ext cx="160654" cy="21310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662036" y="2690367"/>
            <a:ext cx="1140460" cy="21310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9007856" y="2597404"/>
            <a:ext cx="1792605" cy="745490"/>
            <a:chOff x="9007856" y="2597404"/>
            <a:chExt cx="1792605" cy="745490"/>
          </a:xfrm>
        </p:grpSpPr>
        <p:sp>
          <p:nvSpPr>
            <p:cNvPr id="44" name="object 44"/>
            <p:cNvSpPr/>
            <p:nvPr/>
          </p:nvSpPr>
          <p:spPr>
            <a:xfrm>
              <a:off x="9007856" y="2597404"/>
              <a:ext cx="1554352" cy="397001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324594" y="3036316"/>
              <a:ext cx="1475866" cy="306070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/>
          <p:nvPr/>
        </p:nvSpPr>
        <p:spPr>
          <a:xfrm>
            <a:off x="10758805" y="2597404"/>
            <a:ext cx="668147" cy="30607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484229" y="2858261"/>
            <a:ext cx="44576" cy="4470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5238" y="3052698"/>
            <a:ext cx="363588" cy="289687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786748" y="3073907"/>
            <a:ext cx="344931" cy="268477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765542" y="3036316"/>
            <a:ext cx="841882" cy="30607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978260" y="3036316"/>
            <a:ext cx="555244" cy="30607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36435" y="3475228"/>
            <a:ext cx="2056345" cy="397002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99410" y="3470909"/>
            <a:ext cx="344550" cy="310388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468741" y="3470909"/>
            <a:ext cx="974343" cy="31038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660255" y="3568191"/>
            <a:ext cx="885951" cy="21310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757281" y="3475228"/>
            <a:ext cx="767842" cy="30607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30669" y="4007103"/>
            <a:ext cx="627532" cy="304038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55698" y="3951732"/>
            <a:ext cx="993775" cy="268478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421130" y="4007103"/>
            <a:ext cx="577469" cy="21310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291078" y="4007103"/>
            <a:ext cx="420497" cy="21310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853941" y="4007103"/>
            <a:ext cx="799211" cy="304038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8763000" y="5272785"/>
            <a:ext cx="312166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-1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WORDPRESS CMS</a:t>
            </a:r>
            <a:endParaRPr sz="20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29539" y="0"/>
            <a:ext cx="2749550" cy="1365885"/>
            <a:chOff x="129539" y="0"/>
            <a:chExt cx="2749550" cy="1365885"/>
          </a:xfrm>
        </p:grpSpPr>
        <p:sp>
          <p:nvSpPr>
            <p:cNvPr id="4" name="object 4"/>
            <p:cNvSpPr/>
            <p:nvPr/>
          </p:nvSpPr>
          <p:spPr>
            <a:xfrm>
              <a:off x="129539" y="0"/>
              <a:ext cx="2749550" cy="1365885"/>
            </a:xfrm>
            <a:custGeom>
              <a:avLst/>
              <a:gdLst/>
              <a:ahLst/>
              <a:cxnLst/>
              <a:rect l="l" t="t" r="r" b="b"/>
              <a:pathLst>
                <a:path w="2749550" h="1365885">
                  <a:moveTo>
                    <a:pt x="2749296" y="0"/>
                  </a:moveTo>
                  <a:lnTo>
                    <a:pt x="0" y="0"/>
                  </a:lnTo>
                  <a:lnTo>
                    <a:pt x="6565" y="130175"/>
                  </a:lnTo>
                  <a:lnTo>
                    <a:pt x="12310" y="178336"/>
                  </a:lnTo>
                  <a:lnTo>
                    <a:pt x="19696" y="225973"/>
                  </a:lnTo>
                  <a:lnTo>
                    <a:pt x="28696" y="273056"/>
                  </a:lnTo>
                  <a:lnTo>
                    <a:pt x="39280" y="319556"/>
                  </a:lnTo>
                  <a:lnTo>
                    <a:pt x="51418" y="365444"/>
                  </a:lnTo>
                  <a:lnTo>
                    <a:pt x="65081" y="410690"/>
                  </a:lnTo>
                  <a:lnTo>
                    <a:pt x="80241" y="455266"/>
                  </a:lnTo>
                  <a:lnTo>
                    <a:pt x="96866" y="499141"/>
                  </a:lnTo>
                  <a:lnTo>
                    <a:pt x="114929" y="542286"/>
                  </a:lnTo>
                  <a:lnTo>
                    <a:pt x="134400" y="584672"/>
                  </a:lnTo>
                  <a:lnTo>
                    <a:pt x="155249" y="626269"/>
                  </a:lnTo>
                  <a:lnTo>
                    <a:pt x="177447" y="667049"/>
                  </a:lnTo>
                  <a:lnTo>
                    <a:pt x="200965" y="706982"/>
                  </a:lnTo>
                  <a:lnTo>
                    <a:pt x="225773" y="746038"/>
                  </a:lnTo>
                  <a:lnTo>
                    <a:pt x="251842" y="784189"/>
                  </a:lnTo>
                  <a:lnTo>
                    <a:pt x="279143" y="821404"/>
                  </a:lnTo>
                  <a:lnTo>
                    <a:pt x="307647" y="857655"/>
                  </a:lnTo>
                  <a:lnTo>
                    <a:pt x="337323" y="892912"/>
                  </a:lnTo>
                  <a:lnTo>
                    <a:pt x="368143" y="927146"/>
                  </a:lnTo>
                  <a:lnTo>
                    <a:pt x="400078" y="960328"/>
                  </a:lnTo>
                  <a:lnTo>
                    <a:pt x="433097" y="992427"/>
                  </a:lnTo>
                  <a:lnTo>
                    <a:pt x="467173" y="1023415"/>
                  </a:lnTo>
                  <a:lnTo>
                    <a:pt x="502274" y="1053263"/>
                  </a:lnTo>
                  <a:lnTo>
                    <a:pt x="538373" y="1081941"/>
                  </a:lnTo>
                  <a:lnTo>
                    <a:pt x="575439" y="1109419"/>
                  </a:lnTo>
                  <a:lnTo>
                    <a:pt x="613444" y="1135669"/>
                  </a:lnTo>
                  <a:lnTo>
                    <a:pt x="652357" y="1160661"/>
                  </a:lnTo>
                  <a:lnTo>
                    <a:pt x="692150" y="1184366"/>
                  </a:lnTo>
                  <a:lnTo>
                    <a:pt x="732793" y="1206754"/>
                  </a:lnTo>
                  <a:lnTo>
                    <a:pt x="774258" y="1227796"/>
                  </a:lnTo>
                  <a:lnTo>
                    <a:pt x="816514" y="1247462"/>
                  </a:lnTo>
                  <a:lnTo>
                    <a:pt x="859532" y="1265724"/>
                  </a:lnTo>
                  <a:lnTo>
                    <a:pt x="903283" y="1282552"/>
                  </a:lnTo>
                  <a:lnTo>
                    <a:pt x="947737" y="1297917"/>
                  </a:lnTo>
                  <a:lnTo>
                    <a:pt x="992866" y="1311789"/>
                  </a:lnTo>
                  <a:lnTo>
                    <a:pt x="1038640" y="1324138"/>
                  </a:lnTo>
                  <a:lnTo>
                    <a:pt x="1085029" y="1334937"/>
                  </a:lnTo>
                  <a:lnTo>
                    <a:pt x="1132005" y="1344154"/>
                  </a:lnTo>
                  <a:lnTo>
                    <a:pt x="1179537" y="1351762"/>
                  </a:lnTo>
                  <a:lnTo>
                    <a:pt x="1227597" y="1357730"/>
                  </a:lnTo>
                  <a:lnTo>
                    <a:pt x="1276155" y="1362029"/>
                  </a:lnTo>
                  <a:lnTo>
                    <a:pt x="1325181" y="1364630"/>
                  </a:lnTo>
                  <a:lnTo>
                    <a:pt x="1374648" y="1365503"/>
                  </a:lnTo>
                  <a:lnTo>
                    <a:pt x="1424110" y="1364630"/>
                  </a:lnTo>
                  <a:lnTo>
                    <a:pt x="1473133" y="1362029"/>
                  </a:lnTo>
                  <a:lnTo>
                    <a:pt x="1521687" y="1357730"/>
                  </a:lnTo>
                  <a:lnTo>
                    <a:pt x="1569744" y="1351762"/>
                  </a:lnTo>
                  <a:lnTo>
                    <a:pt x="1617274" y="1344154"/>
                  </a:lnTo>
                  <a:lnTo>
                    <a:pt x="1664247" y="1334937"/>
                  </a:lnTo>
                  <a:lnTo>
                    <a:pt x="1710635" y="1324138"/>
                  </a:lnTo>
                  <a:lnTo>
                    <a:pt x="1756407" y="1311789"/>
                  </a:lnTo>
                  <a:lnTo>
                    <a:pt x="1801535" y="1297917"/>
                  </a:lnTo>
                  <a:lnTo>
                    <a:pt x="1845989" y="1282552"/>
                  </a:lnTo>
                  <a:lnTo>
                    <a:pt x="1889739" y="1265724"/>
                  </a:lnTo>
                  <a:lnTo>
                    <a:pt x="1932757" y="1247462"/>
                  </a:lnTo>
                  <a:lnTo>
                    <a:pt x="1975013" y="1227796"/>
                  </a:lnTo>
                  <a:lnTo>
                    <a:pt x="2016477" y="1206754"/>
                  </a:lnTo>
                  <a:lnTo>
                    <a:pt x="2057121" y="1184366"/>
                  </a:lnTo>
                  <a:lnTo>
                    <a:pt x="2096915" y="1160661"/>
                  </a:lnTo>
                  <a:lnTo>
                    <a:pt x="2135829" y="1135669"/>
                  </a:lnTo>
                  <a:lnTo>
                    <a:pt x="2173834" y="1109419"/>
                  </a:lnTo>
                  <a:lnTo>
                    <a:pt x="2210901" y="1081941"/>
                  </a:lnTo>
                  <a:lnTo>
                    <a:pt x="2247000" y="1053263"/>
                  </a:lnTo>
                  <a:lnTo>
                    <a:pt x="2282103" y="1023415"/>
                  </a:lnTo>
                  <a:lnTo>
                    <a:pt x="2316179" y="992427"/>
                  </a:lnTo>
                  <a:lnTo>
                    <a:pt x="2349199" y="960328"/>
                  </a:lnTo>
                  <a:lnTo>
                    <a:pt x="2381135" y="927146"/>
                  </a:lnTo>
                  <a:lnTo>
                    <a:pt x="2411956" y="892912"/>
                  </a:lnTo>
                  <a:lnTo>
                    <a:pt x="2441633" y="857655"/>
                  </a:lnTo>
                  <a:lnTo>
                    <a:pt x="2470137" y="821404"/>
                  </a:lnTo>
                  <a:lnTo>
                    <a:pt x="2497439" y="784189"/>
                  </a:lnTo>
                  <a:lnTo>
                    <a:pt x="2523508" y="746038"/>
                  </a:lnTo>
                  <a:lnTo>
                    <a:pt x="2548317" y="706982"/>
                  </a:lnTo>
                  <a:lnTo>
                    <a:pt x="2571834" y="667049"/>
                  </a:lnTo>
                  <a:lnTo>
                    <a:pt x="2594032" y="626269"/>
                  </a:lnTo>
                  <a:lnTo>
                    <a:pt x="2614881" y="584672"/>
                  </a:lnTo>
                  <a:lnTo>
                    <a:pt x="2634351" y="542286"/>
                  </a:lnTo>
                  <a:lnTo>
                    <a:pt x="2652412" y="499141"/>
                  </a:lnTo>
                  <a:lnTo>
                    <a:pt x="2669036" y="455266"/>
                  </a:lnTo>
                  <a:lnTo>
                    <a:pt x="2684194" y="410690"/>
                  </a:lnTo>
                  <a:lnTo>
                    <a:pt x="2697855" y="365444"/>
                  </a:lnTo>
                  <a:lnTo>
                    <a:pt x="2709991" y="319556"/>
                  </a:lnTo>
                  <a:lnTo>
                    <a:pt x="2720572" y="273056"/>
                  </a:lnTo>
                  <a:lnTo>
                    <a:pt x="2729569" y="225973"/>
                  </a:lnTo>
                  <a:lnTo>
                    <a:pt x="2736952" y="178336"/>
                  </a:lnTo>
                  <a:lnTo>
                    <a:pt x="2742692" y="130175"/>
                  </a:lnTo>
                  <a:lnTo>
                    <a:pt x="2749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2520" y="243840"/>
              <a:ext cx="670560" cy="581025"/>
            </a:xfrm>
            <a:custGeom>
              <a:avLst/>
              <a:gdLst/>
              <a:ahLst/>
              <a:cxnLst/>
              <a:rect l="l" t="t" r="r" b="b"/>
              <a:pathLst>
                <a:path w="670560" h="581025">
                  <a:moveTo>
                    <a:pt x="603631" y="0"/>
                  </a:moveTo>
                  <a:lnTo>
                    <a:pt x="553505" y="24033"/>
                  </a:lnTo>
                  <a:lnTo>
                    <a:pt x="509653" y="49499"/>
                  </a:lnTo>
                  <a:lnTo>
                    <a:pt x="472067" y="76398"/>
                  </a:lnTo>
                  <a:lnTo>
                    <a:pt x="440741" y="104729"/>
                  </a:lnTo>
                  <a:lnTo>
                    <a:pt x="415671" y="134492"/>
                  </a:lnTo>
                  <a:lnTo>
                    <a:pt x="391741" y="176047"/>
                  </a:lnTo>
                  <a:lnTo>
                    <a:pt x="374634" y="224520"/>
                  </a:lnTo>
                  <a:lnTo>
                    <a:pt x="364361" y="279921"/>
                  </a:lnTo>
                  <a:lnTo>
                    <a:pt x="360934" y="342264"/>
                  </a:lnTo>
                  <a:lnTo>
                    <a:pt x="360934" y="580643"/>
                  </a:lnTo>
                  <a:lnTo>
                    <a:pt x="670560" y="580643"/>
                  </a:lnTo>
                  <a:lnTo>
                    <a:pt x="670560" y="293115"/>
                  </a:lnTo>
                  <a:lnTo>
                    <a:pt x="522478" y="293115"/>
                  </a:lnTo>
                  <a:lnTo>
                    <a:pt x="526006" y="268047"/>
                  </a:lnTo>
                  <a:lnTo>
                    <a:pt x="543444" y="223053"/>
                  </a:lnTo>
                  <a:lnTo>
                    <a:pt x="576191" y="184126"/>
                  </a:lnTo>
                  <a:lnTo>
                    <a:pt x="632769" y="145835"/>
                  </a:lnTo>
                  <a:lnTo>
                    <a:pt x="670560" y="126618"/>
                  </a:lnTo>
                  <a:lnTo>
                    <a:pt x="603631" y="0"/>
                  </a:lnTo>
                  <a:close/>
                </a:path>
                <a:path w="670560" h="581025">
                  <a:moveTo>
                    <a:pt x="242697" y="0"/>
                  </a:moveTo>
                  <a:lnTo>
                    <a:pt x="192605" y="24033"/>
                  </a:lnTo>
                  <a:lnTo>
                    <a:pt x="148767" y="49499"/>
                  </a:lnTo>
                  <a:lnTo>
                    <a:pt x="111187" y="76398"/>
                  </a:lnTo>
                  <a:lnTo>
                    <a:pt x="79868" y="104729"/>
                  </a:lnTo>
                  <a:lnTo>
                    <a:pt x="54813" y="134492"/>
                  </a:lnTo>
                  <a:lnTo>
                    <a:pt x="30834" y="176047"/>
                  </a:lnTo>
                  <a:lnTo>
                    <a:pt x="13704" y="224520"/>
                  </a:lnTo>
                  <a:lnTo>
                    <a:pt x="3426" y="279921"/>
                  </a:lnTo>
                  <a:lnTo>
                    <a:pt x="0" y="342264"/>
                  </a:lnTo>
                  <a:lnTo>
                    <a:pt x="0" y="580643"/>
                  </a:lnTo>
                  <a:lnTo>
                    <a:pt x="309626" y="580643"/>
                  </a:lnTo>
                  <a:lnTo>
                    <a:pt x="309626" y="293115"/>
                  </a:lnTo>
                  <a:lnTo>
                    <a:pt x="161544" y="293115"/>
                  </a:lnTo>
                  <a:lnTo>
                    <a:pt x="165090" y="268047"/>
                  </a:lnTo>
                  <a:lnTo>
                    <a:pt x="182564" y="223053"/>
                  </a:lnTo>
                  <a:lnTo>
                    <a:pt x="215257" y="184126"/>
                  </a:lnTo>
                  <a:lnTo>
                    <a:pt x="271835" y="145835"/>
                  </a:lnTo>
                  <a:lnTo>
                    <a:pt x="309626" y="126618"/>
                  </a:lnTo>
                  <a:lnTo>
                    <a:pt x="24269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13473" y="2056638"/>
            <a:ext cx="8075930" cy="401320"/>
            <a:chOff x="813473" y="2056638"/>
            <a:chExt cx="8075930" cy="401320"/>
          </a:xfrm>
        </p:grpSpPr>
        <p:sp>
          <p:nvSpPr>
            <p:cNvPr id="7" name="object 7"/>
            <p:cNvSpPr/>
            <p:nvPr/>
          </p:nvSpPr>
          <p:spPr>
            <a:xfrm>
              <a:off x="813473" y="2056638"/>
              <a:ext cx="7944319" cy="4013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0906" y="2235986"/>
              <a:ext cx="108482" cy="2562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8948419" y="2060955"/>
            <a:ext cx="1161160" cy="3060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221" y="2544317"/>
            <a:ext cx="9924199" cy="4013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6902" y="3031998"/>
            <a:ext cx="7884071" cy="4013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3800" y="4007358"/>
            <a:ext cx="9974910" cy="3991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1002" y="4499355"/>
            <a:ext cx="2465006" cy="3060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15107" y="4499355"/>
            <a:ext cx="1969643" cy="30606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076690" y="5272785"/>
            <a:ext cx="280797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-150" dirty="0">
                <a:solidFill>
                  <a:srgbClr val="FFFFFF"/>
                </a:solidFill>
                <a:latin typeface="Arial "/>
                <a:cs typeface="Arial Black"/>
              </a:rPr>
              <a:t>BASIC WORDPRESS CMS</a:t>
            </a:r>
            <a:endParaRPr sz="2000" b="0" spc="-150" dirty="0">
              <a:latin typeface="Arial 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5941" y="0"/>
            <a:ext cx="4682490" cy="2034539"/>
            <a:chOff x="255941" y="0"/>
            <a:chExt cx="4682490" cy="2034539"/>
          </a:xfrm>
        </p:grpSpPr>
        <p:sp>
          <p:nvSpPr>
            <p:cNvPr id="4" name="object 4"/>
            <p:cNvSpPr/>
            <p:nvPr/>
          </p:nvSpPr>
          <p:spPr>
            <a:xfrm>
              <a:off x="255941" y="0"/>
              <a:ext cx="4682490" cy="2034539"/>
            </a:xfrm>
            <a:custGeom>
              <a:avLst/>
              <a:gdLst/>
              <a:ahLst/>
              <a:cxnLst/>
              <a:rect l="l" t="t" r="r" b="b"/>
              <a:pathLst>
                <a:path w="4682490" h="2034539">
                  <a:moveTo>
                    <a:pt x="4681908" y="0"/>
                  </a:moveTo>
                  <a:lnTo>
                    <a:pt x="0" y="0"/>
                  </a:lnTo>
                  <a:lnTo>
                    <a:pt x="418" y="3200"/>
                  </a:lnTo>
                  <a:lnTo>
                    <a:pt x="7418" y="49597"/>
                  </a:lnTo>
                  <a:lnTo>
                    <a:pt x="15313" y="95694"/>
                  </a:lnTo>
                  <a:lnTo>
                    <a:pt x="24094" y="141482"/>
                  </a:lnTo>
                  <a:lnTo>
                    <a:pt x="33750" y="186953"/>
                  </a:lnTo>
                  <a:lnTo>
                    <a:pt x="44274" y="232098"/>
                  </a:lnTo>
                  <a:lnTo>
                    <a:pt x="55656" y="276906"/>
                  </a:lnTo>
                  <a:lnTo>
                    <a:pt x="67886" y="321369"/>
                  </a:lnTo>
                  <a:lnTo>
                    <a:pt x="80956" y="365479"/>
                  </a:lnTo>
                  <a:lnTo>
                    <a:pt x="94857" y="409224"/>
                  </a:lnTo>
                  <a:lnTo>
                    <a:pt x="109578" y="452598"/>
                  </a:lnTo>
                  <a:lnTo>
                    <a:pt x="125112" y="495589"/>
                  </a:lnTo>
                  <a:lnTo>
                    <a:pt x="141449" y="538190"/>
                  </a:lnTo>
                  <a:lnTo>
                    <a:pt x="158580" y="580390"/>
                  </a:lnTo>
                  <a:lnTo>
                    <a:pt x="176495" y="622182"/>
                  </a:lnTo>
                  <a:lnTo>
                    <a:pt x="195186" y="663555"/>
                  </a:lnTo>
                  <a:lnTo>
                    <a:pt x="214643" y="704501"/>
                  </a:lnTo>
                  <a:lnTo>
                    <a:pt x="234857" y="745010"/>
                  </a:lnTo>
                  <a:lnTo>
                    <a:pt x="255819" y="785073"/>
                  </a:lnTo>
                  <a:lnTo>
                    <a:pt x="277520" y="824681"/>
                  </a:lnTo>
                  <a:lnTo>
                    <a:pt x="299951" y="863825"/>
                  </a:lnTo>
                  <a:lnTo>
                    <a:pt x="323102" y="902496"/>
                  </a:lnTo>
                  <a:lnTo>
                    <a:pt x="346965" y="940685"/>
                  </a:lnTo>
                  <a:lnTo>
                    <a:pt x="371530" y="978381"/>
                  </a:lnTo>
                  <a:lnTo>
                    <a:pt x="396788" y="1015578"/>
                  </a:lnTo>
                  <a:lnTo>
                    <a:pt x="422730" y="1052264"/>
                  </a:lnTo>
                  <a:lnTo>
                    <a:pt x="449346" y="1088431"/>
                  </a:lnTo>
                  <a:lnTo>
                    <a:pt x="476629" y="1124070"/>
                  </a:lnTo>
                  <a:lnTo>
                    <a:pt x="504567" y="1159171"/>
                  </a:lnTo>
                  <a:lnTo>
                    <a:pt x="533153" y="1193726"/>
                  </a:lnTo>
                  <a:lnTo>
                    <a:pt x="562377" y="1227726"/>
                  </a:lnTo>
                  <a:lnTo>
                    <a:pt x="592230" y="1261160"/>
                  </a:lnTo>
                  <a:lnTo>
                    <a:pt x="622703" y="1294021"/>
                  </a:lnTo>
                  <a:lnTo>
                    <a:pt x="653787" y="1326298"/>
                  </a:lnTo>
                  <a:lnTo>
                    <a:pt x="685472" y="1357983"/>
                  </a:lnTo>
                  <a:lnTo>
                    <a:pt x="717749" y="1389066"/>
                  </a:lnTo>
                  <a:lnTo>
                    <a:pt x="750609" y="1419539"/>
                  </a:lnTo>
                  <a:lnTo>
                    <a:pt x="784044" y="1449392"/>
                  </a:lnTo>
                  <a:lnTo>
                    <a:pt x="818043" y="1478616"/>
                  </a:lnTo>
                  <a:lnTo>
                    <a:pt x="852598" y="1507202"/>
                  </a:lnTo>
                  <a:lnTo>
                    <a:pt x="887700" y="1535141"/>
                  </a:lnTo>
                  <a:lnTo>
                    <a:pt x="923339" y="1562423"/>
                  </a:lnTo>
                  <a:lnTo>
                    <a:pt x="959506" y="1589040"/>
                  </a:lnTo>
                  <a:lnTo>
                    <a:pt x="996192" y="1614981"/>
                  </a:lnTo>
                  <a:lnTo>
                    <a:pt x="1033388" y="1640239"/>
                  </a:lnTo>
                  <a:lnTo>
                    <a:pt x="1071085" y="1664804"/>
                  </a:lnTo>
                  <a:lnTo>
                    <a:pt x="1109273" y="1688667"/>
                  </a:lnTo>
                  <a:lnTo>
                    <a:pt x="1147944" y="1711818"/>
                  </a:lnTo>
                  <a:lnTo>
                    <a:pt x="1187088" y="1734249"/>
                  </a:lnTo>
                  <a:lnTo>
                    <a:pt x="1226697" y="1755950"/>
                  </a:lnTo>
                  <a:lnTo>
                    <a:pt x="1266760" y="1776912"/>
                  </a:lnTo>
                  <a:lnTo>
                    <a:pt x="1307269" y="1797127"/>
                  </a:lnTo>
                  <a:lnTo>
                    <a:pt x="1348214" y="1816584"/>
                  </a:lnTo>
                  <a:lnTo>
                    <a:pt x="1389588" y="1835275"/>
                  </a:lnTo>
                  <a:lnTo>
                    <a:pt x="1431379" y="1853190"/>
                  </a:lnTo>
                  <a:lnTo>
                    <a:pt x="1473580" y="1870320"/>
                  </a:lnTo>
                  <a:lnTo>
                    <a:pt x="1516180" y="1886657"/>
                  </a:lnTo>
                  <a:lnTo>
                    <a:pt x="1559172" y="1902191"/>
                  </a:lnTo>
                  <a:lnTo>
                    <a:pt x="1602545" y="1916913"/>
                  </a:lnTo>
                  <a:lnTo>
                    <a:pt x="1646291" y="1930813"/>
                  </a:lnTo>
                  <a:lnTo>
                    <a:pt x="1690400" y="1943883"/>
                  </a:lnTo>
                  <a:lnTo>
                    <a:pt x="1734863" y="1956114"/>
                  </a:lnTo>
                  <a:lnTo>
                    <a:pt x="1779672" y="1967495"/>
                  </a:lnTo>
                  <a:lnTo>
                    <a:pt x="1824816" y="1978019"/>
                  </a:lnTo>
                  <a:lnTo>
                    <a:pt x="1870287" y="1987676"/>
                  </a:lnTo>
                  <a:lnTo>
                    <a:pt x="1916076" y="1996456"/>
                  </a:lnTo>
                  <a:lnTo>
                    <a:pt x="1962173" y="2004351"/>
                  </a:lnTo>
                  <a:lnTo>
                    <a:pt x="2008569" y="2011352"/>
                  </a:lnTo>
                  <a:lnTo>
                    <a:pt x="2055256" y="2017449"/>
                  </a:lnTo>
                  <a:lnTo>
                    <a:pt x="2102223" y="2022633"/>
                  </a:lnTo>
                  <a:lnTo>
                    <a:pt x="2149462" y="2026895"/>
                  </a:lnTo>
                  <a:lnTo>
                    <a:pt x="2196964" y="2030226"/>
                  </a:lnTo>
                  <a:lnTo>
                    <a:pt x="2244719" y="2032616"/>
                  </a:lnTo>
                  <a:lnTo>
                    <a:pt x="2292719" y="2034057"/>
                  </a:lnTo>
                  <a:lnTo>
                    <a:pt x="2340954" y="2034539"/>
                  </a:lnTo>
                  <a:lnTo>
                    <a:pt x="2389189" y="2034057"/>
                  </a:lnTo>
                  <a:lnTo>
                    <a:pt x="2437188" y="2032616"/>
                  </a:lnTo>
                  <a:lnTo>
                    <a:pt x="2484944" y="2030226"/>
                  </a:lnTo>
                  <a:lnTo>
                    <a:pt x="2532446" y="2026895"/>
                  </a:lnTo>
                  <a:lnTo>
                    <a:pt x="2579685" y="2022633"/>
                  </a:lnTo>
                  <a:lnTo>
                    <a:pt x="2626652" y="2017449"/>
                  </a:lnTo>
                  <a:lnTo>
                    <a:pt x="2673339" y="2011352"/>
                  </a:lnTo>
                  <a:lnTo>
                    <a:pt x="2719735" y="2004351"/>
                  </a:lnTo>
                  <a:lnTo>
                    <a:pt x="2765832" y="1996456"/>
                  </a:lnTo>
                  <a:lnTo>
                    <a:pt x="2811621" y="1987676"/>
                  </a:lnTo>
                  <a:lnTo>
                    <a:pt x="2857092" y="1978019"/>
                  </a:lnTo>
                  <a:lnTo>
                    <a:pt x="2902236" y="1967495"/>
                  </a:lnTo>
                  <a:lnTo>
                    <a:pt x="2947045" y="1956114"/>
                  </a:lnTo>
                  <a:lnTo>
                    <a:pt x="2991508" y="1943883"/>
                  </a:lnTo>
                  <a:lnTo>
                    <a:pt x="3035617" y="1930813"/>
                  </a:lnTo>
                  <a:lnTo>
                    <a:pt x="3079363" y="1916913"/>
                  </a:lnTo>
                  <a:lnTo>
                    <a:pt x="3122736" y="1902191"/>
                  </a:lnTo>
                  <a:lnTo>
                    <a:pt x="3165727" y="1886657"/>
                  </a:lnTo>
                  <a:lnTo>
                    <a:pt x="3208328" y="1870320"/>
                  </a:lnTo>
                  <a:lnTo>
                    <a:pt x="3250529" y="1853190"/>
                  </a:lnTo>
                  <a:lnTo>
                    <a:pt x="3292320" y="1835275"/>
                  </a:lnTo>
                  <a:lnTo>
                    <a:pt x="3333693" y="1816584"/>
                  </a:lnTo>
                  <a:lnTo>
                    <a:pt x="3374639" y="1797127"/>
                  </a:lnTo>
                  <a:lnTo>
                    <a:pt x="3415148" y="1776912"/>
                  </a:lnTo>
                  <a:lnTo>
                    <a:pt x="3455211" y="1755950"/>
                  </a:lnTo>
                  <a:lnTo>
                    <a:pt x="3494820" y="1734249"/>
                  </a:lnTo>
                  <a:lnTo>
                    <a:pt x="3533964" y="1711818"/>
                  </a:lnTo>
                  <a:lnTo>
                    <a:pt x="3572635" y="1688667"/>
                  </a:lnTo>
                  <a:lnTo>
                    <a:pt x="3610823" y="1664804"/>
                  </a:lnTo>
                  <a:lnTo>
                    <a:pt x="3648520" y="1640239"/>
                  </a:lnTo>
                  <a:lnTo>
                    <a:pt x="3685716" y="1614981"/>
                  </a:lnTo>
                  <a:lnTo>
                    <a:pt x="3722402" y="1589040"/>
                  </a:lnTo>
                  <a:lnTo>
                    <a:pt x="3758569" y="1562423"/>
                  </a:lnTo>
                  <a:lnTo>
                    <a:pt x="3794208" y="1535141"/>
                  </a:lnTo>
                  <a:lnTo>
                    <a:pt x="3829310" y="1507202"/>
                  </a:lnTo>
                  <a:lnTo>
                    <a:pt x="3863865" y="1478616"/>
                  </a:lnTo>
                  <a:lnTo>
                    <a:pt x="3897864" y="1449392"/>
                  </a:lnTo>
                  <a:lnTo>
                    <a:pt x="3931298" y="1419539"/>
                  </a:lnTo>
                  <a:lnTo>
                    <a:pt x="3964159" y="1389066"/>
                  </a:lnTo>
                  <a:lnTo>
                    <a:pt x="3996436" y="1357983"/>
                  </a:lnTo>
                  <a:lnTo>
                    <a:pt x="4028121" y="1326298"/>
                  </a:lnTo>
                  <a:lnTo>
                    <a:pt x="4059205" y="1294021"/>
                  </a:lnTo>
                  <a:lnTo>
                    <a:pt x="4089677" y="1261160"/>
                  </a:lnTo>
                  <a:lnTo>
                    <a:pt x="4119530" y="1227726"/>
                  </a:lnTo>
                  <a:lnTo>
                    <a:pt x="4148754" y="1193726"/>
                  </a:lnTo>
                  <a:lnTo>
                    <a:pt x="4177340" y="1159171"/>
                  </a:lnTo>
                  <a:lnTo>
                    <a:pt x="4205279" y="1124070"/>
                  </a:lnTo>
                  <a:lnTo>
                    <a:pt x="4232561" y="1088431"/>
                  </a:lnTo>
                  <a:lnTo>
                    <a:pt x="4259178" y="1052264"/>
                  </a:lnTo>
                  <a:lnTo>
                    <a:pt x="4285120" y="1015578"/>
                  </a:lnTo>
                  <a:lnTo>
                    <a:pt x="4310378" y="978381"/>
                  </a:lnTo>
                  <a:lnTo>
                    <a:pt x="4334943" y="940685"/>
                  </a:lnTo>
                  <a:lnTo>
                    <a:pt x="4358805" y="902496"/>
                  </a:lnTo>
                  <a:lnTo>
                    <a:pt x="4381957" y="863825"/>
                  </a:lnTo>
                  <a:lnTo>
                    <a:pt x="4404388" y="824681"/>
                  </a:lnTo>
                  <a:lnTo>
                    <a:pt x="4426089" y="785073"/>
                  </a:lnTo>
                  <a:lnTo>
                    <a:pt x="4447051" y="745010"/>
                  </a:lnTo>
                  <a:lnTo>
                    <a:pt x="4467265" y="704501"/>
                  </a:lnTo>
                  <a:lnTo>
                    <a:pt x="4486722" y="663555"/>
                  </a:lnTo>
                  <a:lnTo>
                    <a:pt x="4505413" y="622182"/>
                  </a:lnTo>
                  <a:lnTo>
                    <a:pt x="4523328" y="580390"/>
                  </a:lnTo>
                  <a:lnTo>
                    <a:pt x="4540459" y="538190"/>
                  </a:lnTo>
                  <a:lnTo>
                    <a:pt x="4556796" y="495589"/>
                  </a:lnTo>
                  <a:lnTo>
                    <a:pt x="4572329" y="452598"/>
                  </a:lnTo>
                  <a:lnTo>
                    <a:pt x="4587051" y="409224"/>
                  </a:lnTo>
                  <a:lnTo>
                    <a:pt x="4600952" y="365479"/>
                  </a:lnTo>
                  <a:lnTo>
                    <a:pt x="4614022" y="321369"/>
                  </a:lnTo>
                  <a:lnTo>
                    <a:pt x="4626252" y="276906"/>
                  </a:lnTo>
                  <a:lnTo>
                    <a:pt x="4637634" y="232098"/>
                  </a:lnTo>
                  <a:lnTo>
                    <a:pt x="4648157" y="186953"/>
                  </a:lnTo>
                  <a:lnTo>
                    <a:pt x="4657814" y="141482"/>
                  </a:lnTo>
                  <a:lnTo>
                    <a:pt x="4666595" y="95694"/>
                  </a:lnTo>
                  <a:lnTo>
                    <a:pt x="4674490" y="49597"/>
                  </a:lnTo>
                  <a:lnTo>
                    <a:pt x="4681490" y="3200"/>
                  </a:lnTo>
                  <a:lnTo>
                    <a:pt x="4681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5397" y="475995"/>
              <a:ext cx="2834500" cy="2970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5223" y="2727198"/>
            <a:ext cx="252577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50" dirty="0">
                <a:solidFill>
                  <a:srgbClr val="FFFFFF"/>
                </a:solidFill>
                <a:latin typeface="Arial Black"/>
                <a:cs typeface="Arial Black"/>
              </a:rPr>
              <a:t>WORDPRESS</a:t>
            </a:r>
            <a:endParaRPr sz="2800" spc="-15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9791" y="497586"/>
            <a:ext cx="948563" cy="2099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6071" y="858647"/>
            <a:ext cx="2051177" cy="2482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190615" y="845566"/>
            <a:ext cx="3173095" cy="535940"/>
            <a:chOff x="6190615" y="845566"/>
            <a:chExt cx="3173095" cy="535940"/>
          </a:xfrm>
        </p:grpSpPr>
        <p:sp>
          <p:nvSpPr>
            <p:cNvPr id="10" name="object 10"/>
            <p:cNvSpPr/>
            <p:nvPr/>
          </p:nvSpPr>
          <p:spPr>
            <a:xfrm>
              <a:off x="6190615" y="858647"/>
              <a:ext cx="3019425" cy="2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25280" y="845566"/>
              <a:ext cx="138302" cy="1270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0808" y="1132967"/>
              <a:ext cx="2984118" cy="24828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6189853" y="2678048"/>
            <a:ext cx="3422523" cy="2706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90615" y="3038982"/>
            <a:ext cx="5467095" cy="2468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89853" y="4858384"/>
            <a:ext cx="4629912" cy="27203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886310" y="6528444"/>
            <a:ext cx="253365" cy="2476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45"/>
              </a:spcBef>
            </a:pPr>
            <a:fld id="{81D60167-4931-47E6-BA6A-407CBD079E47}" type="slidenum">
              <a:rPr sz="1200" spc="-155" dirty="0">
                <a:solidFill>
                  <a:srgbClr val="FFFFFF"/>
                </a:solidFill>
                <a:latin typeface="Arial Black"/>
                <a:cs typeface="Arial Black"/>
              </a:rPr>
              <a:t>19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7443" y="3589909"/>
            <a:ext cx="1378737" cy="268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7212" y="4102480"/>
            <a:ext cx="1496085" cy="2640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91841" y="3589909"/>
            <a:ext cx="1767078" cy="2687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51379" y="4095877"/>
            <a:ext cx="184022" cy="1838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7388" y="4100067"/>
            <a:ext cx="735076" cy="1797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90469" y="4364482"/>
            <a:ext cx="1123060" cy="2293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1379" y="4771009"/>
            <a:ext cx="184022" cy="1838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5422" y="4771390"/>
            <a:ext cx="1400048" cy="22326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2978023" y="5166105"/>
            <a:ext cx="1457325" cy="521334"/>
            <a:chOff x="2978023" y="5166105"/>
            <a:chExt cx="1457325" cy="521334"/>
          </a:xfrm>
        </p:grpSpPr>
        <p:sp>
          <p:nvSpPr>
            <p:cNvPr id="11" name="object 11"/>
            <p:cNvSpPr/>
            <p:nvPr/>
          </p:nvSpPr>
          <p:spPr>
            <a:xfrm>
              <a:off x="2978023" y="5166105"/>
              <a:ext cx="1354327" cy="22936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63466" y="5272681"/>
              <a:ext cx="71828" cy="1839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93009" y="5438012"/>
              <a:ext cx="975741" cy="24940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651379" y="5171821"/>
            <a:ext cx="184022" cy="1838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51379" y="5848413"/>
            <a:ext cx="184022" cy="18392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95422" y="5852642"/>
            <a:ext cx="712469" cy="17969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90469" y="6117018"/>
            <a:ext cx="1249553" cy="22941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27522" y="3598671"/>
            <a:ext cx="1509141" cy="33769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68569" y="3983735"/>
            <a:ext cx="1035684" cy="3366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204967" y="4474717"/>
            <a:ext cx="1760855" cy="273685"/>
            <a:chOff x="5204967" y="4474717"/>
            <a:chExt cx="1760855" cy="273685"/>
          </a:xfrm>
        </p:grpSpPr>
        <p:sp>
          <p:nvSpPr>
            <p:cNvPr id="21" name="object 21"/>
            <p:cNvSpPr/>
            <p:nvPr/>
          </p:nvSpPr>
          <p:spPr>
            <a:xfrm>
              <a:off x="5204967" y="4485004"/>
              <a:ext cx="633603" cy="203581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67526" y="4594136"/>
              <a:ext cx="78710" cy="2015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83096" y="4474717"/>
              <a:ext cx="982599" cy="273304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7923021" y="3603878"/>
            <a:ext cx="1190244" cy="25476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04353" y="3983735"/>
            <a:ext cx="1215644" cy="33489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878698" y="4489830"/>
            <a:ext cx="1267078" cy="23964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7624191" y="4780407"/>
            <a:ext cx="1769110" cy="845185"/>
            <a:chOff x="7624191" y="4780407"/>
            <a:chExt cx="1769110" cy="845185"/>
          </a:xfrm>
        </p:grpSpPr>
        <p:sp>
          <p:nvSpPr>
            <p:cNvPr id="28" name="object 28"/>
            <p:cNvSpPr/>
            <p:nvPr/>
          </p:nvSpPr>
          <p:spPr>
            <a:xfrm>
              <a:off x="7764399" y="4780407"/>
              <a:ext cx="1482471" cy="270637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24191" y="5079619"/>
              <a:ext cx="1768855" cy="27444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28382" y="5381371"/>
              <a:ext cx="1740408" cy="243865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8141461" y="5693587"/>
            <a:ext cx="716026" cy="26268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625963" y="3603878"/>
            <a:ext cx="596391" cy="25069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922764" y="3973957"/>
            <a:ext cx="2007234" cy="34645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383519" y="4486528"/>
            <a:ext cx="1061847" cy="20180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377820" y="444245"/>
            <a:ext cx="7433309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50" dirty="0">
                <a:solidFill>
                  <a:srgbClr val="252525"/>
                </a:solidFill>
                <a:latin typeface="Arial Black"/>
                <a:cs typeface="Arial Black"/>
              </a:rPr>
              <a:t>SYSTEM REQUIREMENTS FOR WORDPRESS</a:t>
            </a:r>
            <a:endParaRPr sz="2400" spc="-150" dirty="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886310" y="6528444"/>
            <a:ext cx="253365" cy="2476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45"/>
              </a:spcBef>
            </a:pPr>
            <a:fld id="{81D60167-4931-47E6-BA6A-407CBD079E47}" type="slidenum">
              <a:rPr sz="1200" spc="-15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fld>
            <a:endParaRPr sz="1200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4479" y="2522041"/>
            <a:ext cx="116065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6450" algn="l"/>
                <a:tab pos="1932305" algn="l"/>
                <a:tab pos="2427605" algn="l"/>
                <a:tab pos="3182620" algn="l"/>
                <a:tab pos="4347845" algn="l"/>
                <a:tab pos="4841875" algn="l"/>
                <a:tab pos="5597525" algn="l"/>
                <a:tab pos="6762115" algn="l"/>
                <a:tab pos="7257415" algn="l"/>
                <a:tab pos="8005445" algn="l"/>
                <a:tab pos="9177655" algn="l"/>
                <a:tab pos="9672955" algn="l"/>
                <a:tab pos="10427970" algn="l"/>
                <a:tab pos="11593195" algn="l"/>
              </a:tabLst>
            </a:pPr>
            <a:r>
              <a:rPr sz="5400" b="1" u="heavy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</a:t>
            </a:r>
            <a:r>
              <a:rPr sz="5400" b="1" u="heavy" spc="-395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1	</a:t>
            </a:r>
            <a:r>
              <a:rPr sz="5400" b="1" spc="-395" dirty="0">
                <a:latin typeface="Arial"/>
                <a:cs typeface="Arial"/>
              </a:rPr>
              <a:t>	</a:t>
            </a:r>
            <a:r>
              <a:rPr sz="5400" b="1" u="heavy" spc="-395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</a:t>
            </a:r>
            <a:r>
              <a:rPr sz="5400" b="1" u="heavy" spc="229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2	</a:t>
            </a:r>
            <a:r>
              <a:rPr sz="5400" b="1" spc="229" dirty="0">
                <a:latin typeface="Arial"/>
                <a:cs typeface="Arial"/>
              </a:rPr>
              <a:t>	</a:t>
            </a:r>
            <a:r>
              <a:rPr sz="5400" b="1" u="heavy" spc="229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3	</a:t>
            </a:r>
            <a:r>
              <a:rPr sz="5400" b="1" spc="229" dirty="0">
                <a:latin typeface="Arial"/>
                <a:cs typeface="Arial"/>
              </a:rPr>
              <a:t>	</a:t>
            </a:r>
            <a:r>
              <a:rPr sz="5400" b="1" u="heavy" spc="229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</a:t>
            </a:r>
            <a:r>
              <a:rPr sz="5400" b="1" u="heavy" spc="345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4	</a:t>
            </a:r>
            <a:r>
              <a:rPr sz="5400" b="1" spc="345" dirty="0">
                <a:latin typeface="Arial"/>
                <a:cs typeface="Arial"/>
              </a:rPr>
              <a:t>	</a:t>
            </a:r>
            <a:r>
              <a:rPr sz="5400" b="1" u="heavy" spc="345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 	</a:t>
            </a:r>
            <a:r>
              <a:rPr sz="5400" b="1" u="heavy" spc="229" dirty="0">
                <a:uFill>
                  <a:solidFill>
                    <a:srgbClr val="FFC000"/>
                  </a:solidFill>
                </a:uFill>
                <a:latin typeface="Arial"/>
                <a:cs typeface="Arial"/>
              </a:rPr>
              <a:t>5	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62072" y="158495"/>
            <a:ext cx="6483350" cy="6483350"/>
            <a:chOff x="2862072" y="158495"/>
            <a:chExt cx="6483350" cy="6483350"/>
          </a:xfrm>
        </p:grpSpPr>
        <p:sp>
          <p:nvSpPr>
            <p:cNvPr id="3" name="object 3"/>
            <p:cNvSpPr/>
            <p:nvPr/>
          </p:nvSpPr>
          <p:spPr>
            <a:xfrm>
              <a:off x="2862072" y="158495"/>
              <a:ext cx="6483350" cy="6483350"/>
            </a:xfrm>
            <a:custGeom>
              <a:avLst/>
              <a:gdLst/>
              <a:ahLst/>
              <a:cxnLst/>
              <a:rect l="l" t="t" r="r" b="b"/>
              <a:pathLst>
                <a:path w="6483350" h="6483350">
                  <a:moveTo>
                    <a:pt x="3241548" y="0"/>
                  </a:moveTo>
                  <a:lnTo>
                    <a:pt x="3193244" y="352"/>
                  </a:lnTo>
                  <a:lnTo>
                    <a:pt x="3145110" y="1406"/>
                  </a:lnTo>
                  <a:lnTo>
                    <a:pt x="3097152" y="3158"/>
                  </a:lnTo>
                  <a:lnTo>
                    <a:pt x="3049373" y="5601"/>
                  </a:lnTo>
                  <a:lnTo>
                    <a:pt x="3001778" y="8732"/>
                  </a:lnTo>
                  <a:lnTo>
                    <a:pt x="2954373" y="12545"/>
                  </a:lnTo>
                  <a:lnTo>
                    <a:pt x="2907163" y="17035"/>
                  </a:lnTo>
                  <a:lnTo>
                    <a:pt x="2860152" y="22198"/>
                  </a:lnTo>
                  <a:lnTo>
                    <a:pt x="2813345" y="28028"/>
                  </a:lnTo>
                  <a:lnTo>
                    <a:pt x="2766747" y="34522"/>
                  </a:lnTo>
                  <a:lnTo>
                    <a:pt x="2720363" y="41673"/>
                  </a:lnTo>
                  <a:lnTo>
                    <a:pt x="2674198" y="49477"/>
                  </a:lnTo>
                  <a:lnTo>
                    <a:pt x="2628256" y="57930"/>
                  </a:lnTo>
                  <a:lnTo>
                    <a:pt x="2582543" y="67026"/>
                  </a:lnTo>
                  <a:lnTo>
                    <a:pt x="2537064" y="76760"/>
                  </a:lnTo>
                  <a:lnTo>
                    <a:pt x="2491823" y="87128"/>
                  </a:lnTo>
                  <a:lnTo>
                    <a:pt x="2446825" y="98124"/>
                  </a:lnTo>
                  <a:lnTo>
                    <a:pt x="2402075" y="109744"/>
                  </a:lnTo>
                  <a:lnTo>
                    <a:pt x="2357578" y="121983"/>
                  </a:lnTo>
                  <a:lnTo>
                    <a:pt x="2313339" y="134836"/>
                  </a:lnTo>
                  <a:lnTo>
                    <a:pt x="2269362" y="148298"/>
                  </a:lnTo>
                  <a:lnTo>
                    <a:pt x="2225653" y="162365"/>
                  </a:lnTo>
                  <a:lnTo>
                    <a:pt x="2182217" y="177030"/>
                  </a:lnTo>
                  <a:lnTo>
                    <a:pt x="2139058" y="192290"/>
                  </a:lnTo>
                  <a:lnTo>
                    <a:pt x="2096181" y="208140"/>
                  </a:lnTo>
                  <a:lnTo>
                    <a:pt x="2053591" y="224575"/>
                  </a:lnTo>
                  <a:lnTo>
                    <a:pt x="2011294" y="241589"/>
                  </a:lnTo>
                  <a:lnTo>
                    <a:pt x="1969293" y="259179"/>
                  </a:lnTo>
                  <a:lnTo>
                    <a:pt x="1927594" y="277338"/>
                  </a:lnTo>
                  <a:lnTo>
                    <a:pt x="1886201" y="296063"/>
                  </a:lnTo>
                  <a:lnTo>
                    <a:pt x="1845120" y="315348"/>
                  </a:lnTo>
                  <a:lnTo>
                    <a:pt x="1804355" y="335189"/>
                  </a:lnTo>
                  <a:lnTo>
                    <a:pt x="1763912" y="355580"/>
                  </a:lnTo>
                  <a:lnTo>
                    <a:pt x="1723795" y="376516"/>
                  </a:lnTo>
                  <a:lnTo>
                    <a:pt x="1684009" y="397994"/>
                  </a:lnTo>
                  <a:lnTo>
                    <a:pt x="1644558" y="420008"/>
                  </a:lnTo>
                  <a:lnTo>
                    <a:pt x="1605449" y="442552"/>
                  </a:lnTo>
                  <a:lnTo>
                    <a:pt x="1566685" y="465623"/>
                  </a:lnTo>
                  <a:lnTo>
                    <a:pt x="1528272" y="489215"/>
                  </a:lnTo>
                  <a:lnTo>
                    <a:pt x="1490214" y="513324"/>
                  </a:lnTo>
                  <a:lnTo>
                    <a:pt x="1452516" y="537944"/>
                  </a:lnTo>
                  <a:lnTo>
                    <a:pt x="1415184" y="563070"/>
                  </a:lnTo>
                  <a:lnTo>
                    <a:pt x="1378221" y="588699"/>
                  </a:lnTo>
                  <a:lnTo>
                    <a:pt x="1341634" y="614824"/>
                  </a:lnTo>
                  <a:lnTo>
                    <a:pt x="1305426" y="641442"/>
                  </a:lnTo>
                  <a:lnTo>
                    <a:pt x="1269603" y="668546"/>
                  </a:lnTo>
                  <a:lnTo>
                    <a:pt x="1234170" y="696133"/>
                  </a:lnTo>
                  <a:lnTo>
                    <a:pt x="1199131" y="724198"/>
                  </a:lnTo>
                  <a:lnTo>
                    <a:pt x="1164491" y="752734"/>
                  </a:lnTo>
                  <a:lnTo>
                    <a:pt x="1130256" y="781739"/>
                  </a:lnTo>
                  <a:lnTo>
                    <a:pt x="1096429" y="811206"/>
                  </a:lnTo>
                  <a:lnTo>
                    <a:pt x="1063017" y="841131"/>
                  </a:lnTo>
                  <a:lnTo>
                    <a:pt x="1030023" y="871509"/>
                  </a:lnTo>
                  <a:lnTo>
                    <a:pt x="997453" y="902335"/>
                  </a:lnTo>
                  <a:lnTo>
                    <a:pt x="965312" y="933604"/>
                  </a:lnTo>
                  <a:lnTo>
                    <a:pt x="933604" y="965312"/>
                  </a:lnTo>
                  <a:lnTo>
                    <a:pt x="902335" y="997453"/>
                  </a:lnTo>
                  <a:lnTo>
                    <a:pt x="871509" y="1030023"/>
                  </a:lnTo>
                  <a:lnTo>
                    <a:pt x="841131" y="1063017"/>
                  </a:lnTo>
                  <a:lnTo>
                    <a:pt x="811206" y="1096429"/>
                  </a:lnTo>
                  <a:lnTo>
                    <a:pt x="781739" y="1130256"/>
                  </a:lnTo>
                  <a:lnTo>
                    <a:pt x="752734" y="1164491"/>
                  </a:lnTo>
                  <a:lnTo>
                    <a:pt x="724198" y="1199131"/>
                  </a:lnTo>
                  <a:lnTo>
                    <a:pt x="696133" y="1234170"/>
                  </a:lnTo>
                  <a:lnTo>
                    <a:pt x="668546" y="1269603"/>
                  </a:lnTo>
                  <a:lnTo>
                    <a:pt x="641442" y="1305426"/>
                  </a:lnTo>
                  <a:lnTo>
                    <a:pt x="614824" y="1341634"/>
                  </a:lnTo>
                  <a:lnTo>
                    <a:pt x="588699" y="1378221"/>
                  </a:lnTo>
                  <a:lnTo>
                    <a:pt x="563070" y="1415184"/>
                  </a:lnTo>
                  <a:lnTo>
                    <a:pt x="537944" y="1452516"/>
                  </a:lnTo>
                  <a:lnTo>
                    <a:pt x="513324" y="1490214"/>
                  </a:lnTo>
                  <a:lnTo>
                    <a:pt x="489215" y="1528272"/>
                  </a:lnTo>
                  <a:lnTo>
                    <a:pt x="465623" y="1566685"/>
                  </a:lnTo>
                  <a:lnTo>
                    <a:pt x="442552" y="1605449"/>
                  </a:lnTo>
                  <a:lnTo>
                    <a:pt x="420008" y="1644558"/>
                  </a:lnTo>
                  <a:lnTo>
                    <a:pt x="397994" y="1684009"/>
                  </a:lnTo>
                  <a:lnTo>
                    <a:pt x="376516" y="1723795"/>
                  </a:lnTo>
                  <a:lnTo>
                    <a:pt x="355580" y="1763912"/>
                  </a:lnTo>
                  <a:lnTo>
                    <a:pt x="335189" y="1804355"/>
                  </a:lnTo>
                  <a:lnTo>
                    <a:pt x="315348" y="1845120"/>
                  </a:lnTo>
                  <a:lnTo>
                    <a:pt x="296063" y="1886201"/>
                  </a:lnTo>
                  <a:lnTo>
                    <a:pt x="277338" y="1927594"/>
                  </a:lnTo>
                  <a:lnTo>
                    <a:pt x="259179" y="1969293"/>
                  </a:lnTo>
                  <a:lnTo>
                    <a:pt x="241589" y="2011294"/>
                  </a:lnTo>
                  <a:lnTo>
                    <a:pt x="224575" y="2053591"/>
                  </a:lnTo>
                  <a:lnTo>
                    <a:pt x="208140" y="2096181"/>
                  </a:lnTo>
                  <a:lnTo>
                    <a:pt x="192290" y="2139058"/>
                  </a:lnTo>
                  <a:lnTo>
                    <a:pt x="177030" y="2182217"/>
                  </a:lnTo>
                  <a:lnTo>
                    <a:pt x="162365" y="2225653"/>
                  </a:lnTo>
                  <a:lnTo>
                    <a:pt x="148298" y="2269362"/>
                  </a:lnTo>
                  <a:lnTo>
                    <a:pt x="134836" y="2313339"/>
                  </a:lnTo>
                  <a:lnTo>
                    <a:pt x="121983" y="2357578"/>
                  </a:lnTo>
                  <a:lnTo>
                    <a:pt x="109744" y="2402075"/>
                  </a:lnTo>
                  <a:lnTo>
                    <a:pt x="98124" y="2446825"/>
                  </a:lnTo>
                  <a:lnTo>
                    <a:pt x="87128" y="2491823"/>
                  </a:lnTo>
                  <a:lnTo>
                    <a:pt x="76760" y="2537064"/>
                  </a:lnTo>
                  <a:lnTo>
                    <a:pt x="67026" y="2582543"/>
                  </a:lnTo>
                  <a:lnTo>
                    <a:pt x="57930" y="2628256"/>
                  </a:lnTo>
                  <a:lnTo>
                    <a:pt x="49477" y="2674198"/>
                  </a:lnTo>
                  <a:lnTo>
                    <a:pt x="41673" y="2720363"/>
                  </a:lnTo>
                  <a:lnTo>
                    <a:pt x="34522" y="2766747"/>
                  </a:lnTo>
                  <a:lnTo>
                    <a:pt x="28028" y="2813345"/>
                  </a:lnTo>
                  <a:lnTo>
                    <a:pt x="22198" y="2860152"/>
                  </a:lnTo>
                  <a:lnTo>
                    <a:pt x="17035" y="2907163"/>
                  </a:lnTo>
                  <a:lnTo>
                    <a:pt x="12545" y="2954373"/>
                  </a:lnTo>
                  <a:lnTo>
                    <a:pt x="8732" y="3001778"/>
                  </a:lnTo>
                  <a:lnTo>
                    <a:pt x="5601" y="3049373"/>
                  </a:lnTo>
                  <a:lnTo>
                    <a:pt x="3158" y="3097152"/>
                  </a:lnTo>
                  <a:lnTo>
                    <a:pt x="1406" y="3145110"/>
                  </a:lnTo>
                  <a:lnTo>
                    <a:pt x="352" y="3193244"/>
                  </a:lnTo>
                  <a:lnTo>
                    <a:pt x="0" y="3241548"/>
                  </a:lnTo>
                  <a:lnTo>
                    <a:pt x="352" y="3289851"/>
                  </a:lnTo>
                  <a:lnTo>
                    <a:pt x="1406" y="3337985"/>
                  </a:lnTo>
                  <a:lnTo>
                    <a:pt x="3158" y="3385943"/>
                  </a:lnTo>
                  <a:lnTo>
                    <a:pt x="5601" y="3433722"/>
                  </a:lnTo>
                  <a:lnTo>
                    <a:pt x="8732" y="3481317"/>
                  </a:lnTo>
                  <a:lnTo>
                    <a:pt x="12545" y="3528722"/>
                  </a:lnTo>
                  <a:lnTo>
                    <a:pt x="17035" y="3575932"/>
                  </a:lnTo>
                  <a:lnTo>
                    <a:pt x="22198" y="3622943"/>
                  </a:lnTo>
                  <a:lnTo>
                    <a:pt x="28028" y="3669750"/>
                  </a:lnTo>
                  <a:lnTo>
                    <a:pt x="34522" y="3716348"/>
                  </a:lnTo>
                  <a:lnTo>
                    <a:pt x="41673" y="3762732"/>
                  </a:lnTo>
                  <a:lnTo>
                    <a:pt x="49477" y="3808897"/>
                  </a:lnTo>
                  <a:lnTo>
                    <a:pt x="57930" y="3854839"/>
                  </a:lnTo>
                  <a:lnTo>
                    <a:pt x="67026" y="3900552"/>
                  </a:lnTo>
                  <a:lnTo>
                    <a:pt x="76760" y="3946031"/>
                  </a:lnTo>
                  <a:lnTo>
                    <a:pt x="87128" y="3991272"/>
                  </a:lnTo>
                  <a:lnTo>
                    <a:pt x="98124" y="4036270"/>
                  </a:lnTo>
                  <a:lnTo>
                    <a:pt x="109744" y="4081020"/>
                  </a:lnTo>
                  <a:lnTo>
                    <a:pt x="121983" y="4125517"/>
                  </a:lnTo>
                  <a:lnTo>
                    <a:pt x="134836" y="4169756"/>
                  </a:lnTo>
                  <a:lnTo>
                    <a:pt x="148298" y="4213733"/>
                  </a:lnTo>
                  <a:lnTo>
                    <a:pt x="162365" y="4257442"/>
                  </a:lnTo>
                  <a:lnTo>
                    <a:pt x="177030" y="4300878"/>
                  </a:lnTo>
                  <a:lnTo>
                    <a:pt x="192290" y="4344037"/>
                  </a:lnTo>
                  <a:lnTo>
                    <a:pt x="208140" y="4386914"/>
                  </a:lnTo>
                  <a:lnTo>
                    <a:pt x="224575" y="4429504"/>
                  </a:lnTo>
                  <a:lnTo>
                    <a:pt x="241589" y="4471801"/>
                  </a:lnTo>
                  <a:lnTo>
                    <a:pt x="259179" y="4513802"/>
                  </a:lnTo>
                  <a:lnTo>
                    <a:pt x="277338" y="4555501"/>
                  </a:lnTo>
                  <a:lnTo>
                    <a:pt x="296063" y="4596894"/>
                  </a:lnTo>
                  <a:lnTo>
                    <a:pt x="315348" y="4637975"/>
                  </a:lnTo>
                  <a:lnTo>
                    <a:pt x="335189" y="4678740"/>
                  </a:lnTo>
                  <a:lnTo>
                    <a:pt x="355580" y="4719183"/>
                  </a:lnTo>
                  <a:lnTo>
                    <a:pt x="376516" y="4759300"/>
                  </a:lnTo>
                  <a:lnTo>
                    <a:pt x="397994" y="4799086"/>
                  </a:lnTo>
                  <a:lnTo>
                    <a:pt x="420008" y="4838537"/>
                  </a:lnTo>
                  <a:lnTo>
                    <a:pt x="442552" y="4877646"/>
                  </a:lnTo>
                  <a:lnTo>
                    <a:pt x="465623" y="4916410"/>
                  </a:lnTo>
                  <a:lnTo>
                    <a:pt x="489215" y="4954823"/>
                  </a:lnTo>
                  <a:lnTo>
                    <a:pt x="513324" y="4992881"/>
                  </a:lnTo>
                  <a:lnTo>
                    <a:pt x="537944" y="5030579"/>
                  </a:lnTo>
                  <a:lnTo>
                    <a:pt x="563070" y="5067911"/>
                  </a:lnTo>
                  <a:lnTo>
                    <a:pt x="588699" y="5104874"/>
                  </a:lnTo>
                  <a:lnTo>
                    <a:pt x="614824" y="5141461"/>
                  </a:lnTo>
                  <a:lnTo>
                    <a:pt x="641442" y="5177669"/>
                  </a:lnTo>
                  <a:lnTo>
                    <a:pt x="668546" y="5213492"/>
                  </a:lnTo>
                  <a:lnTo>
                    <a:pt x="696133" y="5248925"/>
                  </a:lnTo>
                  <a:lnTo>
                    <a:pt x="724198" y="5283964"/>
                  </a:lnTo>
                  <a:lnTo>
                    <a:pt x="752734" y="5318604"/>
                  </a:lnTo>
                  <a:lnTo>
                    <a:pt x="781739" y="5352839"/>
                  </a:lnTo>
                  <a:lnTo>
                    <a:pt x="811206" y="5386666"/>
                  </a:lnTo>
                  <a:lnTo>
                    <a:pt x="841131" y="5420078"/>
                  </a:lnTo>
                  <a:lnTo>
                    <a:pt x="871509" y="5453072"/>
                  </a:lnTo>
                  <a:lnTo>
                    <a:pt x="902335" y="5485642"/>
                  </a:lnTo>
                  <a:lnTo>
                    <a:pt x="933604" y="5517783"/>
                  </a:lnTo>
                  <a:lnTo>
                    <a:pt x="965312" y="5549491"/>
                  </a:lnTo>
                  <a:lnTo>
                    <a:pt x="997453" y="5580760"/>
                  </a:lnTo>
                  <a:lnTo>
                    <a:pt x="1030023" y="5611586"/>
                  </a:lnTo>
                  <a:lnTo>
                    <a:pt x="1063017" y="5641964"/>
                  </a:lnTo>
                  <a:lnTo>
                    <a:pt x="1096429" y="5671889"/>
                  </a:lnTo>
                  <a:lnTo>
                    <a:pt x="1130256" y="5701356"/>
                  </a:lnTo>
                  <a:lnTo>
                    <a:pt x="1164491" y="5730361"/>
                  </a:lnTo>
                  <a:lnTo>
                    <a:pt x="1199131" y="5758897"/>
                  </a:lnTo>
                  <a:lnTo>
                    <a:pt x="1234170" y="5786962"/>
                  </a:lnTo>
                  <a:lnTo>
                    <a:pt x="1269603" y="5814549"/>
                  </a:lnTo>
                  <a:lnTo>
                    <a:pt x="1305426" y="5841653"/>
                  </a:lnTo>
                  <a:lnTo>
                    <a:pt x="1341634" y="5868271"/>
                  </a:lnTo>
                  <a:lnTo>
                    <a:pt x="1378221" y="5894396"/>
                  </a:lnTo>
                  <a:lnTo>
                    <a:pt x="1415184" y="5920025"/>
                  </a:lnTo>
                  <a:lnTo>
                    <a:pt x="1452516" y="5945151"/>
                  </a:lnTo>
                  <a:lnTo>
                    <a:pt x="1490214" y="5969771"/>
                  </a:lnTo>
                  <a:lnTo>
                    <a:pt x="1528272" y="5993880"/>
                  </a:lnTo>
                  <a:lnTo>
                    <a:pt x="1566685" y="6017472"/>
                  </a:lnTo>
                  <a:lnTo>
                    <a:pt x="1605449" y="6040543"/>
                  </a:lnTo>
                  <a:lnTo>
                    <a:pt x="1644558" y="6063087"/>
                  </a:lnTo>
                  <a:lnTo>
                    <a:pt x="1684009" y="6085101"/>
                  </a:lnTo>
                  <a:lnTo>
                    <a:pt x="1723795" y="6106579"/>
                  </a:lnTo>
                  <a:lnTo>
                    <a:pt x="1763912" y="6127515"/>
                  </a:lnTo>
                  <a:lnTo>
                    <a:pt x="1804355" y="6147906"/>
                  </a:lnTo>
                  <a:lnTo>
                    <a:pt x="1845120" y="6167747"/>
                  </a:lnTo>
                  <a:lnTo>
                    <a:pt x="1886201" y="6187032"/>
                  </a:lnTo>
                  <a:lnTo>
                    <a:pt x="1927594" y="6205757"/>
                  </a:lnTo>
                  <a:lnTo>
                    <a:pt x="1969293" y="6223916"/>
                  </a:lnTo>
                  <a:lnTo>
                    <a:pt x="2011294" y="6241506"/>
                  </a:lnTo>
                  <a:lnTo>
                    <a:pt x="2053591" y="6258520"/>
                  </a:lnTo>
                  <a:lnTo>
                    <a:pt x="2096181" y="6274955"/>
                  </a:lnTo>
                  <a:lnTo>
                    <a:pt x="2139058" y="6290805"/>
                  </a:lnTo>
                  <a:lnTo>
                    <a:pt x="2182217" y="6306065"/>
                  </a:lnTo>
                  <a:lnTo>
                    <a:pt x="2225653" y="6320730"/>
                  </a:lnTo>
                  <a:lnTo>
                    <a:pt x="2269362" y="6334797"/>
                  </a:lnTo>
                  <a:lnTo>
                    <a:pt x="2313339" y="6348259"/>
                  </a:lnTo>
                  <a:lnTo>
                    <a:pt x="2357578" y="6361112"/>
                  </a:lnTo>
                  <a:lnTo>
                    <a:pt x="2402075" y="6373351"/>
                  </a:lnTo>
                  <a:lnTo>
                    <a:pt x="2446825" y="6384971"/>
                  </a:lnTo>
                  <a:lnTo>
                    <a:pt x="2491823" y="6395967"/>
                  </a:lnTo>
                  <a:lnTo>
                    <a:pt x="2537064" y="6406335"/>
                  </a:lnTo>
                  <a:lnTo>
                    <a:pt x="2582543" y="6416069"/>
                  </a:lnTo>
                  <a:lnTo>
                    <a:pt x="2628256" y="6425165"/>
                  </a:lnTo>
                  <a:lnTo>
                    <a:pt x="2674198" y="6433618"/>
                  </a:lnTo>
                  <a:lnTo>
                    <a:pt x="2720363" y="6441422"/>
                  </a:lnTo>
                  <a:lnTo>
                    <a:pt x="2766747" y="6448573"/>
                  </a:lnTo>
                  <a:lnTo>
                    <a:pt x="2813345" y="6455067"/>
                  </a:lnTo>
                  <a:lnTo>
                    <a:pt x="2860152" y="6460897"/>
                  </a:lnTo>
                  <a:lnTo>
                    <a:pt x="2907163" y="6466060"/>
                  </a:lnTo>
                  <a:lnTo>
                    <a:pt x="2954373" y="6470550"/>
                  </a:lnTo>
                  <a:lnTo>
                    <a:pt x="3001778" y="6474363"/>
                  </a:lnTo>
                  <a:lnTo>
                    <a:pt x="3049373" y="6477494"/>
                  </a:lnTo>
                  <a:lnTo>
                    <a:pt x="3097152" y="6479937"/>
                  </a:lnTo>
                  <a:lnTo>
                    <a:pt x="3145110" y="6481689"/>
                  </a:lnTo>
                  <a:lnTo>
                    <a:pt x="3193244" y="6482743"/>
                  </a:lnTo>
                  <a:lnTo>
                    <a:pt x="3241548" y="6483095"/>
                  </a:lnTo>
                  <a:lnTo>
                    <a:pt x="3289851" y="6482743"/>
                  </a:lnTo>
                  <a:lnTo>
                    <a:pt x="3337985" y="6481689"/>
                  </a:lnTo>
                  <a:lnTo>
                    <a:pt x="3385943" y="6479937"/>
                  </a:lnTo>
                  <a:lnTo>
                    <a:pt x="3433722" y="6477494"/>
                  </a:lnTo>
                  <a:lnTo>
                    <a:pt x="3481317" y="6474363"/>
                  </a:lnTo>
                  <a:lnTo>
                    <a:pt x="3528722" y="6470550"/>
                  </a:lnTo>
                  <a:lnTo>
                    <a:pt x="3575932" y="6466060"/>
                  </a:lnTo>
                  <a:lnTo>
                    <a:pt x="3622943" y="6460897"/>
                  </a:lnTo>
                  <a:lnTo>
                    <a:pt x="3669750" y="6455067"/>
                  </a:lnTo>
                  <a:lnTo>
                    <a:pt x="3716348" y="6448573"/>
                  </a:lnTo>
                  <a:lnTo>
                    <a:pt x="3762732" y="6441422"/>
                  </a:lnTo>
                  <a:lnTo>
                    <a:pt x="3808897" y="6433618"/>
                  </a:lnTo>
                  <a:lnTo>
                    <a:pt x="3854839" y="6425165"/>
                  </a:lnTo>
                  <a:lnTo>
                    <a:pt x="3900552" y="6416069"/>
                  </a:lnTo>
                  <a:lnTo>
                    <a:pt x="3946031" y="6406335"/>
                  </a:lnTo>
                  <a:lnTo>
                    <a:pt x="3991272" y="6395967"/>
                  </a:lnTo>
                  <a:lnTo>
                    <a:pt x="4036270" y="6384971"/>
                  </a:lnTo>
                  <a:lnTo>
                    <a:pt x="4081020" y="6373351"/>
                  </a:lnTo>
                  <a:lnTo>
                    <a:pt x="4125517" y="6361112"/>
                  </a:lnTo>
                  <a:lnTo>
                    <a:pt x="4169756" y="6348259"/>
                  </a:lnTo>
                  <a:lnTo>
                    <a:pt x="4213733" y="6334797"/>
                  </a:lnTo>
                  <a:lnTo>
                    <a:pt x="4257442" y="6320730"/>
                  </a:lnTo>
                  <a:lnTo>
                    <a:pt x="4300878" y="6306065"/>
                  </a:lnTo>
                  <a:lnTo>
                    <a:pt x="4344037" y="6290805"/>
                  </a:lnTo>
                  <a:lnTo>
                    <a:pt x="4386914" y="6274955"/>
                  </a:lnTo>
                  <a:lnTo>
                    <a:pt x="4429504" y="6258520"/>
                  </a:lnTo>
                  <a:lnTo>
                    <a:pt x="4471801" y="6241506"/>
                  </a:lnTo>
                  <a:lnTo>
                    <a:pt x="4513802" y="6223916"/>
                  </a:lnTo>
                  <a:lnTo>
                    <a:pt x="4555501" y="6205757"/>
                  </a:lnTo>
                  <a:lnTo>
                    <a:pt x="4596894" y="6187032"/>
                  </a:lnTo>
                  <a:lnTo>
                    <a:pt x="4637975" y="6167747"/>
                  </a:lnTo>
                  <a:lnTo>
                    <a:pt x="4678740" y="6147906"/>
                  </a:lnTo>
                  <a:lnTo>
                    <a:pt x="4719183" y="6127515"/>
                  </a:lnTo>
                  <a:lnTo>
                    <a:pt x="4759300" y="6106579"/>
                  </a:lnTo>
                  <a:lnTo>
                    <a:pt x="4799086" y="6085101"/>
                  </a:lnTo>
                  <a:lnTo>
                    <a:pt x="4838537" y="6063087"/>
                  </a:lnTo>
                  <a:lnTo>
                    <a:pt x="4877646" y="6040543"/>
                  </a:lnTo>
                  <a:lnTo>
                    <a:pt x="4916410" y="6017472"/>
                  </a:lnTo>
                  <a:lnTo>
                    <a:pt x="4954823" y="5993880"/>
                  </a:lnTo>
                  <a:lnTo>
                    <a:pt x="4992881" y="5969771"/>
                  </a:lnTo>
                  <a:lnTo>
                    <a:pt x="5030579" y="5945151"/>
                  </a:lnTo>
                  <a:lnTo>
                    <a:pt x="5067911" y="5920025"/>
                  </a:lnTo>
                  <a:lnTo>
                    <a:pt x="5104874" y="5894396"/>
                  </a:lnTo>
                  <a:lnTo>
                    <a:pt x="5141461" y="5868271"/>
                  </a:lnTo>
                  <a:lnTo>
                    <a:pt x="5177669" y="5841653"/>
                  </a:lnTo>
                  <a:lnTo>
                    <a:pt x="5213492" y="5814549"/>
                  </a:lnTo>
                  <a:lnTo>
                    <a:pt x="5248925" y="5786962"/>
                  </a:lnTo>
                  <a:lnTo>
                    <a:pt x="5283964" y="5758897"/>
                  </a:lnTo>
                  <a:lnTo>
                    <a:pt x="5318604" y="5730361"/>
                  </a:lnTo>
                  <a:lnTo>
                    <a:pt x="5352839" y="5701356"/>
                  </a:lnTo>
                  <a:lnTo>
                    <a:pt x="5386666" y="5671889"/>
                  </a:lnTo>
                  <a:lnTo>
                    <a:pt x="5420078" y="5641964"/>
                  </a:lnTo>
                  <a:lnTo>
                    <a:pt x="5453072" y="5611586"/>
                  </a:lnTo>
                  <a:lnTo>
                    <a:pt x="5485642" y="5580760"/>
                  </a:lnTo>
                  <a:lnTo>
                    <a:pt x="5517783" y="5549491"/>
                  </a:lnTo>
                  <a:lnTo>
                    <a:pt x="5549491" y="5517783"/>
                  </a:lnTo>
                  <a:lnTo>
                    <a:pt x="5580760" y="5485642"/>
                  </a:lnTo>
                  <a:lnTo>
                    <a:pt x="5611586" y="5453072"/>
                  </a:lnTo>
                  <a:lnTo>
                    <a:pt x="5641964" y="5420078"/>
                  </a:lnTo>
                  <a:lnTo>
                    <a:pt x="5671889" y="5386666"/>
                  </a:lnTo>
                  <a:lnTo>
                    <a:pt x="5701356" y="5352839"/>
                  </a:lnTo>
                  <a:lnTo>
                    <a:pt x="5730361" y="5318604"/>
                  </a:lnTo>
                  <a:lnTo>
                    <a:pt x="5758897" y="5283964"/>
                  </a:lnTo>
                  <a:lnTo>
                    <a:pt x="5786962" y="5248925"/>
                  </a:lnTo>
                  <a:lnTo>
                    <a:pt x="5814549" y="5213492"/>
                  </a:lnTo>
                  <a:lnTo>
                    <a:pt x="5841653" y="5177669"/>
                  </a:lnTo>
                  <a:lnTo>
                    <a:pt x="5868271" y="5141461"/>
                  </a:lnTo>
                  <a:lnTo>
                    <a:pt x="5894396" y="5104874"/>
                  </a:lnTo>
                  <a:lnTo>
                    <a:pt x="5920025" y="5067911"/>
                  </a:lnTo>
                  <a:lnTo>
                    <a:pt x="5945151" y="5030579"/>
                  </a:lnTo>
                  <a:lnTo>
                    <a:pt x="5969771" y="4992881"/>
                  </a:lnTo>
                  <a:lnTo>
                    <a:pt x="5993880" y="4954823"/>
                  </a:lnTo>
                  <a:lnTo>
                    <a:pt x="6017472" y="4916410"/>
                  </a:lnTo>
                  <a:lnTo>
                    <a:pt x="6040543" y="4877646"/>
                  </a:lnTo>
                  <a:lnTo>
                    <a:pt x="6063087" y="4838537"/>
                  </a:lnTo>
                  <a:lnTo>
                    <a:pt x="6085101" y="4799086"/>
                  </a:lnTo>
                  <a:lnTo>
                    <a:pt x="6106579" y="4759300"/>
                  </a:lnTo>
                  <a:lnTo>
                    <a:pt x="6127515" y="4719183"/>
                  </a:lnTo>
                  <a:lnTo>
                    <a:pt x="6147906" y="4678740"/>
                  </a:lnTo>
                  <a:lnTo>
                    <a:pt x="6167747" y="4637975"/>
                  </a:lnTo>
                  <a:lnTo>
                    <a:pt x="6187032" y="4596894"/>
                  </a:lnTo>
                  <a:lnTo>
                    <a:pt x="6205757" y="4555501"/>
                  </a:lnTo>
                  <a:lnTo>
                    <a:pt x="6223916" y="4513802"/>
                  </a:lnTo>
                  <a:lnTo>
                    <a:pt x="6241506" y="4471801"/>
                  </a:lnTo>
                  <a:lnTo>
                    <a:pt x="6258520" y="4429504"/>
                  </a:lnTo>
                  <a:lnTo>
                    <a:pt x="6274955" y="4386914"/>
                  </a:lnTo>
                  <a:lnTo>
                    <a:pt x="6290805" y="4344037"/>
                  </a:lnTo>
                  <a:lnTo>
                    <a:pt x="6306065" y="4300878"/>
                  </a:lnTo>
                  <a:lnTo>
                    <a:pt x="6320730" y="4257442"/>
                  </a:lnTo>
                  <a:lnTo>
                    <a:pt x="6334797" y="4213733"/>
                  </a:lnTo>
                  <a:lnTo>
                    <a:pt x="6348259" y="4169756"/>
                  </a:lnTo>
                  <a:lnTo>
                    <a:pt x="6361112" y="4125517"/>
                  </a:lnTo>
                  <a:lnTo>
                    <a:pt x="6373351" y="4081020"/>
                  </a:lnTo>
                  <a:lnTo>
                    <a:pt x="6384971" y="4036270"/>
                  </a:lnTo>
                  <a:lnTo>
                    <a:pt x="6395967" y="3991272"/>
                  </a:lnTo>
                  <a:lnTo>
                    <a:pt x="6406335" y="3946031"/>
                  </a:lnTo>
                  <a:lnTo>
                    <a:pt x="6416069" y="3900552"/>
                  </a:lnTo>
                  <a:lnTo>
                    <a:pt x="6425165" y="3854839"/>
                  </a:lnTo>
                  <a:lnTo>
                    <a:pt x="6433618" y="3808897"/>
                  </a:lnTo>
                  <a:lnTo>
                    <a:pt x="6441422" y="3762732"/>
                  </a:lnTo>
                  <a:lnTo>
                    <a:pt x="6448573" y="3716348"/>
                  </a:lnTo>
                  <a:lnTo>
                    <a:pt x="6455067" y="3669750"/>
                  </a:lnTo>
                  <a:lnTo>
                    <a:pt x="6460897" y="3622943"/>
                  </a:lnTo>
                  <a:lnTo>
                    <a:pt x="6466060" y="3575932"/>
                  </a:lnTo>
                  <a:lnTo>
                    <a:pt x="6470550" y="3528722"/>
                  </a:lnTo>
                  <a:lnTo>
                    <a:pt x="6474363" y="3481317"/>
                  </a:lnTo>
                  <a:lnTo>
                    <a:pt x="6477494" y="3433722"/>
                  </a:lnTo>
                  <a:lnTo>
                    <a:pt x="6479937" y="3385943"/>
                  </a:lnTo>
                  <a:lnTo>
                    <a:pt x="6481689" y="3337985"/>
                  </a:lnTo>
                  <a:lnTo>
                    <a:pt x="6482743" y="3289851"/>
                  </a:lnTo>
                  <a:lnTo>
                    <a:pt x="6483096" y="3241548"/>
                  </a:lnTo>
                  <a:lnTo>
                    <a:pt x="6482743" y="3193244"/>
                  </a:lnTo>
                  <a:lnTo>
                    <a:pt x="6481689" y="3145110"/>
                  </a:lnTo>
                  <a:lnTo>
                    <a:pt x="6479937" y="3097152"/>
                  </a:lnTo>
                  <a:lnTo>
                    <a:pt x="6477494" y="3049373"/>
                  </a:lnTo>
                  <a:lnTo>
                    <a:pt x="6474363" y="3001778"/>
                  </a:lnTo>
                  <a:lnTo>
                    <a:pt x="6470550" y="2954373"/>
                  </a:lnTo>
                  <a:lnTo>
                    <a:pt x="6466060" y="2907163"/>
                  </a:lnTo>
                  <a:lnTo>
                    <a:pt x="6460897" y="2860152"/>
                  </a:lnTo>
                  <a:lnTo>
                    <a:pt x="6455067" y="2813345"/>
                  </a:lnTo>
                  <a:lnTo>
                    <a:pt x="6448573" y="2766747"/>
                  </a:lnTo>
                  <a:lnTo>
                    <a:pt x="6441422" y="2720363"/>
                  </a:lnTo>
                  <a:lnTo>
                    <a:pt x="6433618" y="2674198"/>
                  </a:lnTo>
                  <a:lnTo>
                    <a:pt x="6425165" y="2628256"/>
                  </a:lnTo>
                  <a:lnTo>
                    <a:pt x="6416069" y="2582543"/>
                  </a:lnTo>
                  <a:lnTo>
                    <a:pt x="6406335" y="2537064"/>
                  </a:lnTo>
                  <a:lnTo>
                    <a:pt x="6395967" y="2491823"/>
                  </a:lnTo>
                  <a:lnTo>
                    <a:pt x="6384971" y="2446825"/>
                  </a:lnTo>
                  <a:lnTo>
                    <a:pt x="6373351" y="2402075"/>
                  </a:lnTo>
                  <a:lnTo>
                    <a:pt x="6361112" y="2357578"/>
                  </a:lnTo>
                  <a:lnTo>
                    <a:pt x="6348259" y="2313339"/>
                  </a:lnTo>
                  <a:lnTo>
                    <a:pt x="6334797" y="2269362"/>
                  </a:lnTo>
                  <a:lnTo>
                    <a:pt x="6320730" y="2225653"/>
                  </a:lnTo>
                  <a:lnTo>
                    <a:pt x="6306065" y="2182217"/>
                  </a:lnTo>
                  <a:lnTo>
                    <a:pt x="6290805" y="2139058"/>
                  </a:lnTo>
                  <a:lnTo>
                    <a:pt x="6274955" y="2096181"/>
                  </a:lnTo>
                  <a:lnTo>
                    <a:pt x="6258520" y="2053591"/>
                  </a:lnTo>
                  <a:lnTo>
                    <a:pt x="6241506" y="2011294"/>
                  </a:lnTo>
                  <a:lnTo>
                    <a:pt x="6223916" y="1969293"/>
                  </a:lnTo>
                  <a:lnTo>
                    <a:pt x="6205757" y="1927594"/>
                  </a:lnTo>
                  <a:lnTo>
                    <a:pt x="6187032" y="1886201"/>
                  </a:lnTo>
                  <a:lnTo>
                    <a:pt x="6167747" y="1845120"/>
                  </a:lnTo>
                  <a:lnTo>
                    <a:pt x="6147906" y="1804355"/>
                  </a:lnTo>
                  <a:lnTo>
                    <a:pt x="6127515" y="1763912"/>
                  </a:lnTo>
                  <a:lnTo>
                    <a:pt x="6106579" y="1723795"/>
                  </a:lnTo>
                  <a:lnTo>
                    <a:pt x="6085101" y="1684009"/>
                  </a:lnTo>
                  <a:lnTo>
                    <a:pt x="6063087" y="1644558"/>
                  </a:lnTo>
                  <a:lnTo>
                    <a:pt x="6040543" y="1605449"/>
                  </a:lnTo>
                  <a:lnTo>
                    <a:pt x="6017472" y="1566685"/>
                  </a:lnTo>
                  <a:lnTo>
                    <a:pt x="5993880" y="1528272"/>
                  </a:lnTo>
                  <a:lnTo>
                    <a:pt x="5969771" y="1490214"/>
                  </a:lnTo>
                  <a:lnTo>
                    <a:pt x="5945151" y="1452516"/>
                  </a:lnTo>
                  <a:lnTo>
                    <a:pt x="5920025" y="1415184"/>
                  </a:lnTo>
                  <a:lnTo>
                    <a:pt x="5894396" y="1378221"/>
                  </a:lnTo>
                  <a:lnTo>
                    <a:pt x="5868271" y="1341634"/>
                  </a:lnTo>
                  <a:lnTo>
                    <a:pt x="5841653" y="1305426"/>
                  </a:lnTo>
                  <a:lnTo>
                    <a:pt x="5814549" y="1269603"/>
                  </a:lnTo>
                  <a:lnTo>
                    <a:pt x="5786962" y="1234170"/>
                  </a:lnTo>
                  <a:lnTo>
                    <a:pt x="5758897" y="1199131"/>
                  </a:lnTo>
                  <a:lnTo>
                    <a:pt x="5730361" y="1164491"/>
                  </a:lnTo>
                  <a:lnTo>
                    <a:pt x="5701356" y="1130256"/>
                  </a:lnTo>
                  <a:lnTo>
                    <a:pt x="5671889" y="1096429"/>
                  </a:lnTo>
                  <a:lnTo>
                    <a:pt x="5641964" y="1063017"/>
                  </a:lnTo>
                  <a:lnTo>
                    <a:pt x="5611586" y="1030023"/>
                  </a:lnTo>
                  <a:lnTo>
                    <a:pt x="5580760" y="997453"/>
                  </a:lnTo>
                  <a:lnTo>
                    <a:pt x="5549491" y="965312"/>
                  </a:lnTo>
                  <a:lnTo>
                    <a:pt x="5517783" y="933604"/>
                  </a:lnTo>
                  <a:lnTo>
                    <a:pt x="5485642" y="902335"/>
                  </a:lnTo>
                  <a:lnTo>
                    <a:pt x="5453072" y="871509"/>
                  </a:lnTo>
                  <a:lnTo>
                    <a:pt x="5420078" y="841131"/>
                  </a:lnTo>
                  <a:lnTo>
                    <a:pt x="5386666" y="811206"/>
                  </a:lnTo>
                  <a:lnTo>
                    <a:pt x="5352839" y="781739"/>
                  </a:lnTo>
                  <a:lnTo>
                    <a:pt x="5318604" y="752734"/>
                  </a:lnTo>
                  <a:lnTo>
                    <a:pt x="5283964" y="724198"/>
                  </a:lnTo>
                  <a:lnTo>
                    <a:pt x="5248925" y="696133"/>
                  </a:lnTo>
                  <a:lnTo>
                    <a:pt x="5213492" y="668546"/>
                  </a:lnTo>
                  <a:lnTo>
                    <a:pt x="5177669" y="641442"/>
                  </a:lnTo>
                  <a:lnTo>
                    <a:pt x="5141461" y="614824"/>
                  </a:lnTo>
                  <a:lnTo>
                    <a:pt x="5104874" y="588699"/>
                  </a:lnTo>
                  <a:lnTo>
                    <a:pt x="5067911" y="563070"/>
                  </a:lnTo>
                  <a:lnTo>
                    <a:pt x="5030579" y="537944"/>
                  </a:lnTo>
                  <a:lnTo>
                    <a:pt x="4992881" y="513324"/>
                  </a:lnTo>
                  <a:lnTo>
                    <a:pt x="4954823" y="489215"/>
                  </a:lnTo>
                  <a:lnTo>
                    <a:pt x="4916410" y="465623"/>
                  </a:lnTo>
                  <a:lnTo>
                    <a:pt x="4877646" y="442552"/>
                  </a:lnTo>
                  <a:lnTo>
                    <a:pt x="4838537" y="420008"/>
                  </a:lnTo>
                  <a:lnTo>
                    <a:pt x="4799086" y="397994"/>
                  </a:lnTo>
                  <a:lnTo>
                    <a:pt x="4759300" y="376516"/>
                  </a:lnTo>
                  <a:lnTo>
                    <a:pt x="4719183" y="355580"/>
                  </a:lnTo>
                  <a:lnTo>
                    <a:pt x="4678740" y="335189"/>
                  </a:lnTo>
                  <a:lnTo>
                    <a:pt x="4637975" y="315348"/>
                  </a:lnTo>
                  <a:lnTo>
                    <a:pt x="4596894" y="296063"/>
                  </a:lnTo>
                  <a:lnTo>
                    <a:pt x="4555501" y="277338"/>
                  </a:lnTo>
                  <a:lnTo>
                    <a:pt x="4513802" y="259179"/>
                  </a:lnTo>
                  <a:lnTo>
                    <a:pt x="4471801" y="241589"/>
                  </a:lnTo>
                  <a:lnTo>
                    <a:pt x="4429504" y="224575"/>
                  </a:lnTo>
                  <a:lnTo>
                    <a:pt x="4386914" y="208140"/>
                  </a:lnTo>
                  <a:lnTo>
                    <a:pt x="4344037" y="192290"/>
                  </a:lnTo>
                  <a:lnTo>
                    <a:pt x="4300878" y="177030"/>
                  </a:lnTo>
                  <a:lnTo>
                    <a:pt x="4257442" y="162365"/>
                  </a:lnTo>
                  <a:lnTo>
                    <a:pt x="4213733" y="148298"/>
                  </a:lnTo>
                  <a:lnTo>
                    <a:pt x="4169756" y="134836"/>
                  </a:lnTo>
                  <a:lnTo>
                    <a:pt x="4125517" y="121983"/>
                  </a:lnTo>
                  <a:lnTo>
                    <a:pt x="4081020" y="109744"/>
                  </a:lnTo>
                  <a:lnTo>
                    <a:pt x="4036270" y="98124"/>
                  </a:lnTo>
                  <a:lnTo>
                    <a:pt x="3991272" y="87128"/>
                  </a:lnTo>
                  <a:lnTo>
                    <a:pt x="3946031" y="76760"/>
                  </a:lnTo>
                  <a:lnTo>
                    <a:pt x="3900552" y="67026"/>
                  </a:lnTo>
                  <a:lnTo>
                    <a:pt x="3854839" y="57930"/>
                  </a:lnTo>
                  <a:lnTo>
                    <a:pt x="3808897" y="49477"/>
                  </a:lnTo>
                  <a:lnTo>
                    <a:pt x="3762732" y="41673"/>
                  </a:lnTo>
                  <a:lnTo>
                    <a:pt x="3716348" y="34522"/>
                  </a:lnTo>
                  <a:lnTo>
                    <a:pt x="3669750" y="28028"/>
                  </a:lnTo>
                  <a:lnTo>
                    <a:pt x="3622943" y="22198"/>
                  </a:lnTo>
                  <a:lnTo>
                    <a:pt x="3575932" y="17035"/>
                  </a:lnTo>
                  <a:lnTo>
                    <a:pt x="3528722" y="12545"/>
                  </a:lnTo>
                  <a:lnTo>
                    <a:pt x="3481317" y="8732"/>
                  </a:lnTo>
                  <a:lnTo>
                    <a:pt x="3433722" y="5601"/>
                  </a:lnTo>
                  <a:lnTo>
                    <a:pt x="3385943" y="3158"/>
                  </a:lnTo>
                  <a:lnTo>
                    <a:pt x="3337985" y="1406"/>
                  </a:lnTo>
                  <a:lnTo>
                    <a:pt x="3289851" y="352"/>
                  </a:lnTo>
                  <a:lnTo>
                    <a:pt x="32415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49573" y="745997"/>
              <a:ext cx="5309870" cy="5308600"/>
            </a:xfrm>
            <a:custGeom>
              <a:avLst/>
              <a:gdLst/>
              <a:ahLst/>
              <a:cxnLst/>
              <a:rect l="l" t="t" r="r" b="b"/>
              <a:pathLst>
                <a:path w="5309870" h="5308600">
                  <a:moveTo>
                    <a:pt x="0" y="2654046"/>
                  </a:moveTo>
                  <a:lnTo>
                    <a:pt x="429" y="2605823"/>
                  </a:lnTo>
                  <a:lnTo>
                    <a:pt x="1712" y="2557809"/>
                  </a:lnTo>
                  <a:lnTo>
                    <a:pt x="3842" y="2510011"/>
                  </a:lnTo>
                  <a:lnTo>
                    <a:pt x="6812" y="2462435"/>
                  </a:lnTo>
                  <a:lnTo>
                    <a:pt x="10613" y="2415090"/>
                  </a:lnTo>
                  <a:lnTo>
                    <a:pt x="15240" y="2367982"/>
                  </a:lnTo>
                  <a:lnTo>
                    <a:pt x="20684" y="2321119"/>
                  </a:lnTo>
                  <a:lnTo>
                    <a:pt x="26939" y="2274507"/>
                  </a:lnTo>
                  <a:lnTo>
                    <a:pt x="33997" y="2228155"/>
                  </a:lnTo>
                  <a:lnTo>
                    <a:pt x="41850" y="2182069"/>
                  </a:lnTo>
                  <a:lnTo>
                    <a:pt x="50493" y="2136257"/>
                  </a:lnTo>
                  <a:lnTo>
                    <a:pt x="59917" y="2090726"/>
                  </a:lnTo>
                  <a:lnTo>
                    <a:pt x="70115" y="2045483"/>
                  </a:lnTo>
                  <a:lnTo>
                    <a:pt x="81079" y="2000535"/>
                  </a:lnTo>
                  <a:lnTo>
                    <a:pt x="92804" y="1955890"/>
                  </a:lnTo>
                  <a:lnTo>
                    <a:pt x="105281" y="1911555"/>
                  </a:lnTo>
                  <a:lnTo>
                    <a:pt x="118503" y="1867537"/>
                  </a:lnTo>
                  <a:lnTo>
                    <a:pt x="132463" y="1823844"/>
                  </a:lnTo>
                  <a:lnTo>
                    <a:pt x="147154" y="1780482"/>
                  </a:lnTo>
                  <a:lnTo>
                    <a:pt x="162568" y="1737459"/>
                  </a:lnTo>
                  <a:lnTo>
                    <a:pt x="178698" y="1694782"/>
                  </a:lnTo>
                  <a:lnTo>
                    <a:pt x="195537" y="1652458"/>
                  </a:lnTo>
                  <a:lnTo>
                    <a:pt x="213077" y="1610496"/>
                  </a:lnTo>
                  <a:lnTo>
                    <a:pt x="231312" y="1568901"/>
                  </a:lnTo>
                  <a:lnTo>
                    <a:pt x="250234" y="1527681"/>
                  </a:lnTo>
                  <a:lnTo>
                    <a:pt x="269836" y="1486844"/>
                  </a:lnTo>
                  <a:lnTo>
                    <a:pt x="290111" y="1446396"/>
                  </a:lnTo>
                  <a:lnTo>
                    <a:pt x="311051" y="1406345"/>
                  </a:lnTo>
                  <a:lnTo>
                    <a:pt x="332649" y="1366699"/>
                  </a:lnTo>
                  <a:lnTo>
                    <a:pt x="354898" y="1327463"/>
                  </a:lnTo>
                  <a:lnTo>
                    <a:pt x="377790" y="1288647"/>
                  </a:lnTo>
                  <a:lnTo>
                    <a:pt x="401319" y="1250256"/>
                  </a:lnTo>
                  <a:lnTo>
                    <a:pt x="425477" y="1212299"/>
                  </a:lnTo>
                  <a:lnTo>
                    <a:pt x="450257" y="1174782"/>
                  </a:lnTo>
                  <a:lnTo>
                    <a:pt x="475651" y="1137712"/>
                  </a:lnTo>
                  <a:lnTo>
                    <a:pt x="501653" y="1101098"/>
                  </a:lnTo>
                  <a:lnTo>
                    <a:pt x="528255" y="1064945"/>
                  </a:lnTo>
                  <a:lnTo>
                    <a:pt x="555449" y="1029263"/>
                  </a:lnTo>
                  <a:lnTo>
                    <a:pt x="583229" y="994056"/>
                  </a:lnTo>
                  <a:lnTo>
                    <a:pt x="611588" y="959334"/>
                  </a:lnTo>
                  <a:lnTo>
                    <a:pt x="640517" y="925103"/>
                  </a:lnTo>
                  <a:lnTo>
                    <a:pt x="670011" y="891370"/>
                  </a:lnTo>
                  <a:lnTo>
                    <a:pt x="700061" y="858143"/>
                  </a:lnTo>
                  <a:lnTo>
                    <a:pt x="730660" y="825429"/>
                  </a:lnTo>
                  <a:lnTo>
                    <a:pt x="761801" y="793234"/>
                  </a:lnTo>
                  <a:lnTo>
                    <a:pt x="793477" y="761568"/>
                  </a:lnTo>
                  <a:lnTo>
                    <a:pt x="825681" y="730436"/>
                  </a:lnTo>
                  <a:lnTo>
                    <a:pt x="858405" y="699846"/>
                  </a:lnTo>
                  <a:lnTo>
                    <a:pt x="891642" y="669805"/>
                  </a:lnTo>
                  <a:lnTo>
                    <a:pt x="925385" y="640320"/>
                  </a:lnTo>
                  <a:lnTo>
                    <a:pt x="959626" y="611399"/>
                  </a:lnTo>
                  <a:lnTo>
                    <a:pt x="994358" y="583049"/>
                  </a:lnTo>
                  <a:lnTo>
                    <a:pt x="1029575" y="555278"/>
                  </a:lnTo>
                  <a:lnTo>
                    <a:pt x="1065268" y="528091"/>
                  </a:lnTo>
                  <a:lnTo>
                    <a:pt x="1101431" y="501498"/>
                  </a:lnTo>
                  <a:lnTo>
                    <a:pt x="1138056" y="475504"/>
                  </a:lnTo>
                  <a:lnTo>
                    <a:pt x="1175137" y="450117"/>
                  </a:lnTo>
                  <a:lnTo>
                    <a:pt x="1212664" y="425345"/>
                  </a:lnTo>
                  <a:lnTo>
                    <a:pt x="1250633" y="401194"/>
                  </a:lnTo>
                  <a:lnTo>
                    <a:pt x="1289035" y="377673"/>
                  </a:lnTo>
                  <a:lnTo>
                    <a:pt x="1327862" y="354787"/>
                  </a:lnTo>
                  <a:lnTo>
                    <a:pt x="1367109" y="332545"/>
                  </a:lnTo>
                  <a:lnTo>
                    <a:pt x="1406767" y="310954"/>
                  </a:lnTo>
                  <a:lnTo>
                    <a:pt x="1446829" y="290020"/>
                  </a:lnTo>
                  <a:lnTo>
                    <a:pt x="1487288" y="269752"/>
                  </a:lnTo>
                  <a:lnTo>
                    <a:pt x="1528137" y="250156"/>
                  </a:lnTo>
                  <a:lnTo>
                    <a:pt x="1569368" y="231240"/>
                  </a:lnTo>
                  <a:lnTo>
                    <a:pt x="1610975" y="213010"/>
                  </a:lnTo>
                  <a:lnTo>
                    <a:pt x="1652949" y="195475"/>
                  </a:lnTo>
                  <a:lnTo>
                    <a:pt x="1695285" y="178642"/>
                  </a:lnTo>
                  <a:lnTo>
                    <a:pt x="1737974" y="162516"/>
                  </a:lnTo>
                  <a:lnTo>
                    <a:pt x="1781009" y="147107"/>
                  </a:lnTo>
                  <a:lnTo>
                    <a:pt x="1824382" y="132421"/>
                  </a:lnTo>
                  <a:lnTo>
                    <a:pt x="1868088" y="118466"/>
                  </a:lnTo>
                  <a:lnTo>
                    <a:pt x="1912118" y="105248"/>
                  </a:lnTo>
                  <a:lnTo>
                    <a:pt x="1956466" y="92775"/>
                  </a:lnTo>
                  <a:lnTo>
                    <a:pt x="2001123" y="81054"/>
                  </a:lnTo>
                  <a:lnTo>
                    <a:pt x="2046083" y="70092"/>
                  </a:lnTo>
                  <a:lnTo>
                    <a:pt x="2091338" y="59898"/>
                  </a:lnTo>
                  <a:lnTo>
                    <a:pt x="2136882" y="50477"/>
                  </a:lnTo>
                  <a:lnTo>
                    <a:pt x="2182706" y="41837"/>
                  </a:lnTo>
                  <a:lnTo>
                    <a:pt x="2228805" y="33986"/>
                  </a:lnTo>
                  <a:lnTo>
                    <a:pt x="2275169" y="26930"/>
                  </a:lnTo>
                  <a:lnTo>
                    <a:pt x="2321793" y="20678"/>
                  </a:lnTo>
                  <a:lnTo>
                    <a:pt x="2368669" y="15235"/>
                  </a:lnTo>
                  <a:lnTo>
                    <a:pt x="2415789" y="10610"/>
                  </a:lnTo>
                  <a:lnTo>
                    <a:pt x="2463147" y="6810"/>
                  </a:lnTo>
                  <a:lnTo>
                    <a:pt x="2510735" y="3841"/>
                  </a:lnTo>
                  <a:lnTo>
                    <a:pt x="2558546" y="1712"/>
                  </a:lnTo>
                  <a:lnTo>
                    <a:pt x="2606573" y="429"/>
                  </a:lnTo>
                  <a:lnTo>
                    <a:pt x="2654808" y="0"/>
                  </a:lnTo>
                  <a:lnTo>
                    <a:pt x="2703042" y="429"/>
                  </a:lnTo>
                  <a:lnTo>
                    <a:pt x="2751069" y="1712"/>
                  </a:lnTo>
                  <a:lnTo>
                    <a:pt x="2798880" y="3841"/>
                  </a:lnTo>
                  <a:lnTo>
                    <a:pt x="2846468" y="6810"/>
                  </a:lnTo>
                  <a:lnTo>
                    <a:pt x="2893826" y="10610"/>
                  </a:lnTo>
                  <a:lnTo>
                    <a:pt x="2940946" y="15235"/>
                  </a:lnTo>
                  <a:lnTo>
                    <a:pt x="2987822" y="20678"/>
                  </a:lnTo>
                  <a:lnTo>
                    <a:pt x="3034446" y="26930"/>
                  </a:lnTo>
                  <a:lnTo>
                    <a:pt x="3080810" y="33986"/>
                  </a:lnTo>
                  <a:lnTo>
                    <a:pt x="3126909" y="41837"/>
                  </a:lnTo>
                  <a:lnTo>
                    <a:pt x="3172733" y="50477"/>
                  </a:lnTo>
                  <a:lnTo>
                    <a:pt x="3218277" y="59898"/>
                  </a:lnTo>
                  <a:lnTo>
                    <a:pt x="3263532" y="70092"/>
                  </a:lnTo>
                  <a:lnTo>
                    <a:pt x="3308492" y="81054"/>
                  </a:lnTo>
                  <a:lnTo>
                    <a:pt x="3353149" y="92775"/>
                  </a:lnTo>
                  <a:lnTo>
                    <a:pt x="3397497" y="105248"/>
                  </a:lnTo>
                  <a:lnTo>
                    <a:pt x="3441527" y="118466"/>
                  </a:lnTo>
                  <a:lnTo>
                    <a:pt x="3485233" y="132421"/>
                  </a:lnTo>
                  <a:lnTo>
                    <a:pt x="3528606" y="147107"/>
                  </a:lnTo>
                  <a:lnTo>
                    <a:pt x="3571641" y="162516"/>
                  </a:lnTo>
                  <a:lnTo>
                    <a:pt x="3614330" y="178642"/>
                  </a:lnTo>
                  <a:lnTo>
                    <a:pt x="3656666" y="195475"/>
                  </a:lnTo>
                  <a:lnTo>
                    <a:pt x="3698640" y="213010"/>
                  </a:lnTo>
                  <a:lnTo>
                    <a:pt x="3740247" y="231240"/>
                  </a:lnTo>
                  <a:lnTo>
                    <a:pt x="3781478" y="250156"/>
                  </a:lnTo>
                  <a:lnTo>
                    <a:pt x="3822327" y="269752"/>
                  </a:lnTo>
                  <a:lnTo>
                    <a:pt x="3862786" y="290020"/>
                  </a:lnTo>
                  <a:lnTo>
                    <a:pt x="3902848" y="310954"/>
                  </a:lnTo>
                  <a:lnTo>
                    <a:pt x="3942506" y="332545"/>
                  </a:lnTo>
                  <a:lnTo>
                    <a:pt x="3981753" y="354787"/>
                  </a:lnTo>
                  <a:lnTo>
                    <a:pt x="4020580" y="377673"/>
                  </a:lnTo>
                  <a:lnTo>
                    <a:pt x="4058982" y="401194"/>
                  </a:lnTo>
                  <a:lnTo>
                    <a:pt x="4096951" y="425345"/>
                  </a:lnTo>
                  <a:lnTo>
                    <a:pt x="4134478" y="450117"/>
                  </a:lnTo>
                  <a:lnTo>
                    <a:pt x="4171559" y="475504"/>
                  </a:lnTo>
                  <a:lnTo>
                    <a:pt x="4208184" y="501498"/>
                  </a:lnTo>
                  <a:lnTo>
                    <a:pt x="4244347" y="528091"/>
                  </a:lnTo>
                  <a:lnTo>
                    <a:pt x="4280040" y="555278"/>
                  </a:lnTo>
                  <a:lnTo>
                    <a:pt x="4315257" y="583049"/>
                  </a:lnTo>
                  <a:lnTo>
                    <a:pt x="4349989" y="611399"/>
                  </a:lnTo>
                  <a:lnTo>
                    <a:pt x="4384230" y="640320"/>
                  </a:lnTo>
                  <a:lnTo>
                    <a:pt x="4417973" y="669805"/>
                  </a:lnTo>
                  <a:lnTo>
                    <a:pt x="4451210" y="699846"/>
                  </a:lnTo>
                  <a:lnTo>
                    <a:pt x="4483934" y="730436"/>
                  </a:lnTo>
                  <a:lnTo>
                    <a:pt x="4516138" y="761568"/>
                  </a:lnTo>
                  <a:lnTo>
                    <a:pt x="4547814" y="793234"/>
                  </a:lnTo>
                  <a:lnTo>
                    <a:pt x="4578955" y="825429"/>
                  </a:lnTo>
                  <a:lnTo>
                    <a:pt x="4609554" y="858143"/>
                  </a:lnTo>
                  <a:lnTo>
                    <a:pt x="4639604" y="891370"/>
                  </a:lnTo>
                  <a:lnTo>
                    <a:pt x="4669098" y="925103"/>
                  </a:lnTo>
                  <a:lnTo>
                    <a:pt x="4698027" y="959334"/>
                  </a:lnTo>
                  <a:lnTo>
                    <a:pt x="4726386" y="994056"/>
                  </a:lnTo>
                  <a:lnTo>
                    <a:pt x="4754166" y="1029263"/>
                  </a:lnTo>
                  <a:lnTo>
                    <a:pt x="4781360" y="1064945"/>
                  </a:lnTo>
                  <a:lnTo>
                    <a:pt x="4807962" y="1101098"/>
                  </a:lnTo>
                  <a:lnTo>
                    <a:pt x="4833964" y="1137712"/>
                  </a:lnTo>
                  <a:lnTo>
                    <a:pt x="4859358" y="1174782"/>
                  </a:lnTo>
                  <a:lnTo>
                    <a:pt x="4884138" y="1212299"/>
                  </a:lnTo>
                  <a:lnTo>
                    <a:pt x="4908296" y="1250256"/>
                  </a:lnTo>
                  <a:lnTo>
                    <a:pt x="4931825" y="1288647"/>
                  </a:lnTo>
                  <a:lnTo>
                    <a:pt x="4954717" y="1327463"/>
                  </a:lnTo>
                  <a:lnTo>
                    <a:pt x="4976966" y="1366699"/>
                  </a:lnTo>
                  <a:lnTo>
                    <a:pt x="4998564" y="1406345"/>
                  </a:lnTo>
                  <a:lnTo>
                    <a:pt x="5019504" y="1446396"/>
                  </a:lnTo>
                  <a:lnTo>
                    <a:pt x="5039779" y="1486844"/>
                  </a:lnTo>
                  <a:lnTo>
                    <a:pt x="5059381" y="1527681"/>
                  </a:lnTo>
                  <a:lnTo>
                    <a:pt x="5078303" y="1568901"/>
                  </a:lnTo>
                  <a:lnTo>
                    <a:pt x="5096538" y="1610496"/>
                  </a:lnTo>
                  <a:lnTo>
                    <a:pt x="5114078" y="1652458"/>
                  </a:lnTo>
                  <a:lnTo>
                    <a:pt x="5130917" y="1694782"/>
                  </a:lnTo>
                  <a:lnTo>
                    <a:pt x="5147047" y="1737459"/>
                  </a:lnTo>
                  <a:lnTo>
                    <a:pt x="5162461" y="1780482"/>
                  </a:lnTo>
                  <a:lnTo>
                    <a:pt x="5177152" y="1823844"/>
                  </a:lnTo>
                  <a:lnTo>
                    <a:pt x="5191112" y="1867537"/>
                  </a:lnTo>
                  <a:lnTo>
                    <a:pt x="5204334" y="1911555"/>
                  </a:lnTo>
                  <a:lnTo>
                    <a:pt x="5216811" y="1955890"/>
                  </a:lnTo>
                  <a:lnTo>
                    <a:pt x="5228536" y="2000535"/>
                  </a:lnTo>
                  <a:lnTo>
                    <a:pt x="5239500" y="2045483"/>
                  </a:lnTo>
                  <a:lnTo>
                    <a:pt x="5249698" y="2090726"/>
                  </a:lnTo>
                  <a:lnTo>
                    <a:pt x="5259122" y="2136257"/>
                  </a:lnTo>
                  <a:lnTo>
                    <a:pt x="5267765" y="2182069"/>
                  </a:lnTo>
                  <a:lnTo>
                    <a:pt x="5275618" y="2228155"/>
                  </a:lnTo>
                  <a:lnTo>
                    <a:pt x="5282676" y="2274507"/>
                  </a:lnTo>
                  <a:lnTo>
                    <a:pt x="5288931" y="2321119"/>
                  </a:lnTo>
                  <a:lnTo>
                    <a:pt x="5294375" y="2367982"/>
                  </a:lnTo>
                  <a:lnTo>
                    <a:pt x="5299002" y="2415090"/>
                  </a:lnTo>
                  <a:lnTo>
                    <a:pt x="5302803" y="2462435"/>
                  </a:lnTo>
                  <a:lnTo>
                    <a:pt x="5305773" y="2510011"/>
                  </a:lnTo>
                  <a:lnTo>
                    <a:pt x="5307903" y="2557809"/>
                  </a:lnTo>
                  <a:lnTo>
                    <a:pt x="5309186" y="2605823"/>
                  </a:lnTo>
                  <a:lnTo>
                    <a:pt x="5309616" y="2654046"/>
                  </a:lnTo>
                  <a:lnTo>
                    <a:pt x="5309186" y="2702268"/>
                  </a:lnTo>
                  <a:lnTo>
                    <a:pt x="5307903" y="2750282"/>
                  </a:lnTo>
                  <a:lnTo>
                    <a:pt x="5305773" y="2798080"/>
                  </a:lnTo>
                  <a:lnTo>
                    <a:pt x="5302803" y="2845656"/>
                  </a:lnTo>
                  <a:lnTo>
                    <a:pt x="5299002" y="2893001"/>
                  </a:lnTo>
                  <a:lnTo>
                    <a:pt x="5294375" y="2940109"/>
                  </a:lnTo>
                  <a:lnTo>
                    <a:pt x="5288931" y="2986972"/>
                  </a:lnTo>
                  <a:lnTo>
                    <a:pt x="5282676" y="3033584"/>
                  </a:lnTo>
                  <a:lnTo>
                    <a:pt x="5275618" y="3079936"/>
                  </a:lnTo>
                  <a:lnTo>
                    <a:pt x="5267765" y="3126022"/>
                  </a:lnTo>
                  <a:lnTo>
                    <a:pt x="5259122" y="3171834"/>
                  </a:lnTo>
                  <a:lnTo>
                    <a:pt x="5249698" y="3217365"/>
                  </a:lnTo>
                  <a:lnTo>
                    <a:pt x="5239500" y="3262608"/>
                  </a:lnTo>
                  <a:lnTo>
                    <a:pt x="5228536" y="3307556"/>
                  </a:lnTo>
                  <a:lnTo>
                    <a:pt x="5216811" y="3352201"/>
                  </a:lnTo>
                  <a:lnTo>
                    <a:pt x="5204334" y="3396536"/>
                  </a:lnTo>
                  <a:lnTo>
                    <a:pt x="5191112" y="3440554"/>
                  </a:lnTo>
                  <a:lnTo>
                    <a:pt x="5177152" y="3484247"/>
                  </a:lnTo>
                  <a:lnTo>
                    <a:pt x="5162461" y="3527609"/>
                  </a:lnTo>
                  <a:lnTo>
                    <a:pt x="5147047" y="3570632"/>
                  </a:lnTo>
                  <a:lnTo>
                    <a:pt x="5130917" y="3613309"/>
                  </a:lnTo>
                  <a:lnTo>
                    <a:pt x="5114078" y="3655633"/>
                  </a:lnTo>
                  <a:lnTo>
                    <a:pt x="5096538" y="3697595"/>
                  </a:lnTo>
                  <a:lnTo>
                    <a:pt x="5078303" y="3739190"/>
                  </a:lnTo>
                  <a:lnTo>
                    <a:pt x="5059381" y="3780410"/>
                  </a:lnTo>
                  <a:lnTo>
                    <a:pt x="5039779" y="3821247"/>
                  </a:lnTo>
                  <a:lnTo>
                    <a:pt x="5019504" y="3861695"/>
                  </a:lnTo>
                  <a:lnTo>
                    <a:pt x="4998564" y="3901746"/>
                  </a:lnTo>
                  <a:lnTo>
                    <a:pt x="4976966" y="3941392"/>
                  </a:lnTo>
                  <a:lnTo>
                    <a:pt x="4954717" y="3980628"/>
                  </a:lnTo>
                  <a:lnTo>
                    <a:pt x="4931825" y="4019444"/>
                  </a:lnTo>
                  <a:lnTo>
                    <a:pt x="4908296" y="4057835"/>
                  </a:lnTo>
                  <a:lnTo>
                    <a:pt x="4884138" y="4095792"/>
                  </a:lnTo>
                  <a:lnTo>
                    <a:pt x="4859358" y="4133309"/>
                  </a:lnTo>
                  <a:lnTo>
                    <a:pt x="4833964" y="4170379"/>
                  </a:lnTo>
                  <a:lnTo>
                    <a:pt x="4807962" y="4206993"/>
                  </a:lnTo>
                  <a:lnTo>
                    <a:pt x="4781360" y="4243146"/>
                  </a:lnTo>
                  <a:lnTo>
                    <a:pt x="4754166" y="4278828"/>
                  </a:lnTo>
                  <a:lnTo>
                    <a:pt x="4726386" y="4314035"/>
                  </a:lnTo>
                  <a:lnTo>
                    <a:pt x="4698027" y="4348757"/>
                  </a:lnTo>
                  <a:lnTo>
                    <a:pt x="4669098" y="4382988"/>
                  </a:lnTo>
                  <a:lnTo>
                    <a:pt x="4639604" y="4416721"/>
                  </a:lnTo>
                  <a:lnTo>
                    <a:pt x="4609554" y="4449948"/>
                  </a:lnTo>
                  <a:lnTo>
                    <a:pt x="4578955" y="4482662"/>
                  </a:lnTo>
                  <a:lnTo>
                    <a:pt x="4547814" y="4514857"/>
                  </a:lnTo>
                  <a:lnTo>
                    <a:pt x="4516138" y="4546523"/>
                  </a:lnTo>
                  <a:lnTo>
                    <a:pt x="4483934" y="4577655"/>
                  </a:lnTo>
                  <a:lnTo>
                    <a:pt x="4451210" y="4608245"/>
                  </a:lnTo>
                  <a:lnTo>
                    <a:pt x="4417973" y="4638286"/>
                  </a:lnTo>
                  <a:lnTo>
                    <a:pt x="4384230" y="4667771"/>
                  </a:lnTo>
                  <a:lnTo>
                    <a:pt x="4349989" y="4696692"/>
                  </a:lnTo>
                  <a:lnTo>
                    <a:pt x="4315257" y="4725042"/>
                  </a:lnTo>
                  <a:lnTo>
                    <a:pt x="4280040" y="4752813"/>
                  </a:lnTo>
                  <a:lnTo>
                    <a:pt x="4244347" y="4780000"/>
                  </a:lnTo>
                  <a:lnTo>
                    <a:pt x="4208184" y="4806593"/>
                  </a:lnTo>
                  <a:lnTo>
                    <a:pt x="4171559" y="4832587"/>
                  </a:lnTo>
                  <a:lnTo>
                    <a:pt x="4134478" y="4857974"/>
                  </a:lnTo>
                  <a:lnTo>
                    <a:pt x="4096951" y="4882746"/>
                  </a:lnTo>
                  <a:lnTo>
                    <a:pt x="4058982" y="4906897"/>
                  </a:lnTo>
                  <a:lnTo>
                    <a:pt x="4020580" y="4930418"/>
                  </a:lnTo>
                  <a:lnTo>
                    <a:pt x="3981753" y="4953304"/>
                  </a:lnTo>
                  <a:lnTo>
                    <a:pt x="3942506" y="4975546"/>
                  </a:lnTo>
                  <a:lnTo>
                    <a:pt x="3902848" y="4997137"/>
                  </a:lnTo>
                  <a:lnTo>
                    <a:pt x="3862786" y="5018071"/>
                  </a:lnTo>
                  <a:lnTo>
                    <a:pt x="3822327" y="5038339"/>
                  </a:lnTo>
                  <a:lnTo>
                    <a:pt x="3781478" y="5057935"/>
                  </a:lnTo>
                  <a:lnTo>
                    <a:pt x="3740247" y="5076851"/>
                  </a:lnTo>
                  <a:lnTo>
                    <a:pt x="3698640" y="5095081"/>
                  </a:lnTo>
                  <a:lnTo>
                    <a:pt x="3656666" y="5112616"/>
                  </a:lnTo>
                  <a:lnTo>
                    <a:pt x="3614330" y="5129449"/>
                  </a:lnTo>
                  <a:lnTo>
                    <a:pt x="3571641" y="5145575"/>
                  </a:lnTo>
                  <a:lnTo>
                    <a:pt x="3528606" y="5160984"/>
                  </a:lnTo>
                  <a:lnTo>
                    <a:pt x="3485233" y="5175670"/>
                  </a:lnTo>
                  <a:lnTo>
                    <a:pt x="3441527" y="5189625"/>
                  </a:lnTo>
                  <a:lnTo>
                    <a:pt x="3397497" y="5202843"/>
                  </a:lnTo>
                  <a:lnTo>
                    <a:pt x="3353149" y="5215316"/>
                  </a:lnTo>
                  <a:lnTo>
                    <a:pt x="3308492" y="5227037"/>
                  </a:lnTo>
                  <a:lnTo>
                    <a:pt x="3263532" y="5237999"/>
                  </a:lnTo>
                  <a:lnTo>
                    <a:pt x="3218277" y="5248193"/>
                  </a:lnTo>
                  <a:lnTo>
                    <a:pt x="3172733" y="5257614"/>
                  </a:lnTo>
                  <a:lnTo>
                    <a:pt x="3126909" y="5266254"/>
                  </a:lnTo>
                  <a:lnTo>
                    <a:pt x="3080810" y="5274105"/>
                  </a:lnTo>
                  <a:lnTo>
                    <a:pt x="3034446" y="5281161"/>
                  </a:lnTo>
                  <a:lnTo>
                    <a:pt x="2987822" y="5287413"/>
                  </a:lnTo>
                  <a:lnTo>
                    <a:pt x="2940946" y="5292856"/>
                  </a:lnTo>
                  <a:lnTo>
                    <a:pt x="2893826" y="5297481"/>
                  </a:lnTo>
                  <a:lnTo>
                    <a:pt x="2846468" y="5301281"/>
                  </a:lnTo>
                  <a:lnTo>
                    <a:pt x="2798880" y="5304250"/>
                  </a:lnTo>
                  <a:lnTo>
                    <a:pt x="2751069" y="5306379"/>
                  </a:lnTo>
                  <a:lnTo>
                    <a:pt x="2703042" y="5307662"/>
                  </a:lnTo>
                  <a:lnTo>
                    <a:pt x="2654808" y="5308092"/>
                  </a:lnTo>
                  <a:lnTo>
                    <a:pt x="2606573" y="5307662"/>
                  </a:lnTo>
                  <a:lnTo>
                    <a:pt x="2558546" y="5306379"/>
                  </a:lnTo>
                  <a:lnTo>
                    <a:pt x="2510735" y="5304250"/>
                  </a:lnTo>
                  <a:lnTo>
                    <a:pt x="2463147" y="5301281"/>
                  </a:lnTo>
                  <a:lnTo>
                    <a:pt x="2415789" y="5297481"/>
                  </a:lnTo>
                  <a:lnTo>
                    <a:pt x="2368669" y="5292856"/>
                  </a:lnTo>
                  <a:lnTo>
                    <a:pt x="2321793" y="5287413"/>
                  </a:lnTo>
                  <a:lnTo>
                    <a:pt x="2275169" y="5281161"/>
                  </a:lnTo>
                  <a:lnTo>
                    <a:pt x="2228805" y="5274105"/>
                  </a:lnTo>
                  <a:lnTo>
                    <a:pt x="2182706" y="5266254"/>
                  </a:lnTo>
                  <a:lnTo>
                    <a:pt x="2136882" y="5257614"/>
                  </a:lnTo>
                  <a:lnTo>
                    <a:pt x="2091338" y="5248193"/>
                  </a:lnTo>
                  <a:lnTo>
                    <a:pt x="2046083" y="5237999"/>
                  </a:lnTo>
                  <a:lnTo>
                    <a:pt x="2001123" y="5227037"/>
                  </a:lnTo>
                  <a:lnTo>
                    <a:pt x="1956466" y="5215316"/>
                  </a:lnTo>
                  <a:lnTo>
                    <a:pt x="1912118" y="5202843"/>
                  </a:lnTo>
                  <a:lnTo>
                    <a:pt x="1868088" y="5189625"/>
                  </a:lnTo>
                  <a:lnTo>
                    <a:pt x="1824382" y="5175670"/>
                  </a:lnTo>
                  <a:lnTo>
                    <a:pt x="1781009" y="5160984"/>
                  </a:lnTo>
                  <a:lnTo>
                    <a:pt x="1737974" y="5145575"/>
                  </a:lnTo>
                  <a:lnTo>
                    <a:pt x="1695285" y="5129449"/>
                  </a:lnTo>
                  <a:lnTo>
                    <a:pt x="1652949" y="5112616"/>
                  </a:lnTo>
                  <a:lnTo>
                    <a:pt x="1610975" y="5095081"/>
                  </a:lnTo>
                  <a:lnTo>
                    <a:pt x="1569368" y="5076851"/>
                  </a:lnTo>
                  <a:lnTo>
                    <a:pt x="1528137" y="5057935"/>
                  </a:lnTo>
                  <a:lnTo>
                    <a:pt x="1487288" y="5038339"/>
                  </a:lnTo>
                  <a:lnTo>
                    <a:pt x="1446829" y="5018071"/>
                  </a:lnTo>
                  <a:lnTo>
                    <a:pt x="1406767" y="4997137"/>
                  </a:lnTo>
                  <a:lnTo>
                    <a:pt x="1367109" y="4975546"/>
                  </a:lnTo>
                  <a:lnTo>
                    <a:pt x="1327862" y="4953304"/>
                  </a:lnTo>
                  <a:lnTo>
                    <a:pt x="1289035" y="4930418"/>
                  </a:lnTo>
                  <a:lnTo>
                    <a:pt x="1250633" y="4906897"/>
                  </a:lnTo>
                  <a:lnTo>
                    <a:pt x="1212664" y="4882746"/>
                  </a:lnTo>
                  <a:lnTo>
                    <a:pt x="1175137" y="4857974"/>
                  </a:lnTo>
                  <a:lnTo>
                    <a:pt x="1138056" y="4832587"/>
                  </a:lnTo>
                  <a:lnTo>
                    <a:pt x="1101431" y="4806593"/>
                  </a:lnTo>
                  <a:lnTo>
                    <a:pt x="1065268" y="4780000"/>
                  </a:lnTo>
                  <a:lnTo>
                    <a:pt x="1029575" y="4752813"/>
                  </a:lnTo>
                  <a:lnTo>
                    <a:pt x="994358" y="4725042"/>
                  </a:lnTo>
                  <a:lnTo>
                    <a:pt x="959626" y="4696692"/>
                  </a:lnTo>
                  <a:lnTo>
                    <a:pt x="925385" y="4667771"/>
                  </a:lnTo>
                  <a:lnTo>
                    <a:pt x="891642" y="4638286"/>
                  </a:lnTo>
                  <a:lnTo>
                    <a:pt x="858405" y="4608245"/>
                  </a:lnTo>
                  <a:lnTo>
                    <a:pt x="825681" y="4577655"/>
                  </a:lnTo>
                  <a:lnTo>
                    <a:pt x="793477" y="4546523"/>
                  </a:lnTo>
                  <a:lnTo>
                    <a:pt x="761801" y="4514857"/>
                  </a:lnTo>
                  <a:lnTo>
                    <a:pt x="730660" y="4482662"/>
                  </a:lnTo>
                  <a:lnTo>
                    <a:pt x="700061" y="4449948"/>
                  </a:lnTo>
                  <a:lnTo>
                    <a:pt x="670011" y="4416721"/>
                  </a:lnTo>
                  <a:lnTo>
                    <a:pt x="640517" y="4382988"/>
                  </a:lnTo>
                  <a:lnTo>
                    <a:pt x="611588" y="4348757"/>
                  </a:lnTo>
                  <a:lnTo>
                    <a:pt x="583229" y="4314035"/>
                  </a:lnTo>
                  <a:lnTo>
                    <a:pt x="555449" y="4278828"/>
                  </a:lnTo>
                  <a:lnTo>
                    <a:pt x="528255" y="4243146"/>
                  </a:lnTo>
                  <a:lnTo>
                    <a:pt x="501653" y="4206993"/>
                  </a:lnTo>
                  <a:lnTo>
                    <a:pt x="475651" y="4170379"/>
                  </a:lnTo>
                  <a:lnTo>
                    <a:pt x="450257" y="4133309"/>
                  </a:lnTo>
                  <a:lnTo>
                    <a:pt x="425477" y="4095792"/>
                  </a:lnTo>
                  <a:lnTo>
                    <a:pt x="401319" y="4057835"/>
                  </a:lnTo>
                  <a:lnTo>
                    <a:pt x="377790" y="4019444"/>
                  </a:lnTo>
                  <a:lnTo>
                    <a:pt x="354898" y="3980628"/>
                  </a:lnTo>
                  <a:lnTo>
                    <a:pt x="332649" y="3941392"/>
                  </a:lnTo>
                  <a:lnTo>
                    <a:pt x="311051" y="3901746"/>
                  </a:lnTo>
                  <a:lnTo>
                    <a:pt x="290111" y="3861695"/>
                  </a:lnTo>
                  <a:lnTo>
                    <a:pt x="269836" y="3821247"/>
                  </a:lnTo>
                  <a:lnTo>
                    <a:pt x="250234" y="3780410"/>
                  </a:lnTo>
                  <a:lnTo>
                    <a:pt x="231312" y="3739190"/>
                  </a:lnTo>
                  <a:lnTo>
                    <a:pt x="213077" y="3697595"/>
                  </a:lnTo>
                  <a:lnTo>
                    <a:pt x="195537" y="3655633"/>
                  </a:lnTo>
                  <a:lnTo>
                    <a:pt x="178698" y="3613309"/>
                  </a:lnTo>
                  <a:lnTo>
                    <a:pt x="162568" y="3570632"/>
                  </a:lnTo>
                  <a:lnTo>
                    <a:pt x="147154" y="3527609"/>
                  </a:lnTo>
                  <a:lnTo>
                    <a:pt x="132463" y="3484247"/>
                  </a:lnTo>
                  <a:lnTo>
                    <a:pt x="118503" y="3440554"/>
                  </a:lnTo>
                  <a:lnTo>
                    <a:pt x="105281" y="3396536"/>
                  </a:lnTo>
                  <a:lnTo>
                    <a:pt x="92804" y="3352201"/>
                  </a:lnTo>
                  <a:lnTo>
                    <a:pt x="81079" y="3307556"/>
                  </a:lnTo>
                  <a:lnTo>
                    <a:pt x="70115" y="3262608"/>
                  </a:lnTo>
                  <a:lnTo>
                    <a:pt x="59917" y="3217365"/>
                  </a:lnTo>
                  <a:lnTo>
                    <a:pt x="50493" y="3171834"/>
                  </a:lnTo>
                  <a:lnTo>
                    <a:pt x="41850" y="3126022"/>
                  </a:lnTo>
                  <a:lnTo>
                    <a:pt x="33997" y="3079936"/>
                  </a:lnTo>
                  <a:lnTo>
                    <a:pt x="26939" y="3033584"/>
                  </a:lnTo>
                  <a:lnTo>
                    <a:pt x="20684" y="2986972"/>
                  </a:lnTo>
                  <a:lnTo>
                    <a:pt x="15240" y="2940109"/>
                  </a:lnTo>
                  <a:lnTo>
                    <a:pt x="10613" y="2893001"/>
                  </a:lnTo>
                  <a:lnTo>
                    <a:pt x="6812" y="2845656"/>
                  </a:lnTo>
                  <a:lnTo>
                    <a:pt x="3842" y="2798080"/>
                  </a:lnTo>
                  <a:lnTo>
                    <a:pt x="1712" y="2750282"/>
                  </a:lnTo>
                  <a:lnTo>
                    <a:pt x="429" y="2702268"/>
                  </a:lnTo>
                  <a:lnTo>
                    <a:pt x="0" y="2654046"/>
                  </a:lnTo>
                  <a:close/>
                </a:path>
              </a:pathLst>
            </a:custGeom>
            <a:ln w="184404">
              <a:solidFill>
                <a:srgbClr val="FFC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9214" y="2765247"/>
            <a:ext cx="3307079" cy="12141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63220" marR="5080" indent="-350520">
              <a:lnSpc>
                <a:spcPts val="4560"/>
              </a:lnSpc>
              <a:spcBef>
                <a:spcPts val="450"/>
              </a:spcBef>
            </a:pPr>
            <a:r>
              <a:rPr sz="4000" spc="620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4000" spc="5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4000" spc="33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4000" spc="58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4000" spc="28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4000" spc="33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4000" spc="7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4000" spc="42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4000" spc="95" dirty="0">
                <a:solidFill>
                  <a:srgbClr val="FFFFFF"/>
                </a:solidFill>
                <a:latin typeface="Trebuchet MS"/>
                <a:cs typeface="Trebuchet MS"/>
              </a:rPr>
              <a:t>S  </a:t>
            </a:r>
            <a:r>
              <a:rPr sz="4000" spc="155" dirty="0">
                <a:solidFill>
                  <a:srgbClr val="FFFFFF"/>
                </a:solidFill>
                <a:latin typeface="Trebuchet MS"/>
                <a:cs typeface="Trebuchet MS"/>
              </a:rPr>
              <a:t>FEATURES</a:t>
            </a:r>
            <a:endParaRPr sz="4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35" y="6377940"/>
            <a:ext cx="1458595" cy="367665"/>
          </a:xfrm>
          <a:custGeom>
            <a:avLst/>
            <a:gdLst/>
            <a:ahLst/>
            <a:cxnLst/>
            <a:rect l="l" t="t" r="r" b="b"/>
            <a:pathLst>
              <a:path w="1458595" h="367665">
                <a:moveTo>
                  <a:pt x="1274826" y="0"/>
                </a:moveTo>
                <a:lnTo>
                  <a:pt x="183642" y="0"/>
                </a:lnTo>
                <a:lnTo>
                  <a:pt x="134822" y="6559"/>
                </a:lnTo>
                <a:lnTo>
                  <a:pt x="90954" y="25072"/>
                </a:lnTo>
                <a:lnTo>
                  <a:pt x="53787" y="53787"/>
                </a:lnTo>
                <a:lnTo>
                  <a:pt x="25072" y="90954"/>
                </a:lnTo>
                <a:lnTo>
                  <a:pt x="6559" y="134822"/>
                </a:lnTo>
                <a:lnTo>
                  <a:pt x="0" y="183642"/>
                </a:lnTo>
                <a:lnTo>
                  <a:pt x="6559" y="232461"/>
                </a:lnTo>
                <a:lnTo>
                  <a:pt x="25072" y="276329"/>
                </a:lnTo>
                <a:lnTo>
                  <a:pt x="53787" y="313496"/>
                </a:lnTo>
                <a:lnTo>
                  <a:pt x="90954" y="342211"/>
                </a:lnTo>
                <a:lnTo>
                  <a:pt x="134822" y="360724"/>
                </a:lnTo>
                <a:lnTo>
                  <a:pt x="183642" y="367284"/>
                </a:lnTo>
                <a:lnTo>
                  <a:pt x="1274826" y="367284"/>
                </a:lnTo>
                <a:lnTo>
                  <a:pt x="1323662" y="360724"/>
                </a:lnTo>
                <a:lnTo>
                  <a:pt x="1367536" y="342211"/>
                </a:lnTo>
                <a:lnTo>
                  <a:pt x="1404699" y="313496"/>
                </a:lnTo>
                <a:lnTo>
                  <a:pt x="1433406" y="276329"/>
                </a:lnTo>
                <a:lnTo>
                  <a:pt x="1451911" y="232461"/>
                </a:lnTo>
                <a:lnTo>
                  <a:pt x="1458468" y="183642"/>
                </a:lnTo>
                <a:lnTo>
                  <a:pt x="1451911" y="134822"/>
                </a:lnTo>
                <a:lnTo>
                  <a:pt x="1433406" y="90954"/>
                </a:lnTo>
                <a:lnTo>
                  <a:pt x="1404699" y="53787"/>
                </a:lnTo>
                <a:lnTo>
                  <a:pt x="1367536" y="25072"/>
                </a:lnTo>
                <a:lnTo>
                  <a:pt x="1323662" y="6559"/>
                </a:lnTo>
                <a:lnTo>
                  <a:pt x="1274826" y="0"/>
                </a:lnTo>
                <a:close/>
              </a:path>
            </a:pathLst>
          </a:custGeom>
          <a:solidFill>
            <a:srgbClr val="004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55941" y="0"/>
            <a:ext cx="4682490" cy="2034539"/>
            <a:chOff x="255941" y="0"/>
            <a:chExt cx="4682490" cy="2034539"/>
          </a:xfrm>
        </p:grpSpPr>
        <p:sp>
          <p:nvSpPr>
            <p:cNvPr id="4" name="object 4"/>
            <p:cNvSpPr/>
            <p:nvPr/>
          </p:nvSpPr>
          <p:spPr>
            <a:xfrm>
              <a:off x="255941" y="0"/>
              <a:ext cx="4682490" cy="2034539"/>
            </a:xfrm>
            <a:custGeom>
              <a:avLst/>
              <a:gdLst/>
              <a:ahLst/>
              <a:cxnLst/>
              <a:rect l="l" t="t" r="r" b="b"/>
              <a:pathLst>
                <a:path w="4682490" h="2034539">
                  <a:moveTo>
                    <a:pt x="4681908" y="0"/>
                  </a:moveTo>
                  <a:lnTo>
                    <a:pt x="0" y="0"/>
                  </a:lnTo>
                  <a:lnTo>
                    <a:pt x="418" y="3200"/>
                  </a:lnTo>
                  <a:lnTo>
                    <a:pt x="7418" y="49597"/>
                  </a:lnTo>
                  <a:lnTo>
                    <a:pt x="15313" y="95694"/>
                  </a:lnTo>
                  <a:lnTo>
                    <a:pt x="24094" y="141482"/>
                  </a:lnTo>
                  <a:lnTo>
                    <a:pt x="33750" y="186953"/>
                  </a:lnTo>
                  <a:lnTo>
                    <a:pt x="44274" y="232098"/>
                  </a:lnTo>
                  <a:lnTo>
                    <a:pt x="55656" y="276906"/>
                  </a:lnTo>
                  <a:lnTo>
                    <a:pt x="67886" y="321369"/>
                  </a:lnTo>
                  <a:lnTo>
                    <a:pt x="80956" y="365479"/>
                  </a:lnTo>
                  <a:lnTo>
                    <a:pt x="94857" y="409224"/>
                  </a:lnTo>
                  <a:lnTo>
                    <a:pt x="109578" y="452598"/>
                  </a:lnTo>
                  <a:lnTo>
                    <a:pt x="125112" y="495589"/>
                  </a:lnTo>
                  <a:lnTo>
                    <a:pt x="141449" y="538190"/>
                  </a:lnTo>
                  <a:lnTo>
                    <a:pt x="158580" y="580390"/>
                  </a:lnTo>
                  <a:lnTo>
                    <a:pt x="176495" y="622182"/>
                  </a:lnTo>
                  <a:lnTo>
                    <a:pt x="195186" y="663555"/>
                  </a:lnTo>
                  <a:lnTo>
                    <a:pt x="214643" y="704501"/>
                  </a:lnTo>
                  <a:lnTo>
                    <a:pt x="234857" y="745010"/>
                  </a:lnTo>
                  <a:lnTo>
                    <a:pt x="255819" y="785073"/>
                  </a:lnTo>
                  <a:lnTo>
                    <a:pt x="277520" y="824681"/>
                  </a:lnTo>
                  <a:lnTo>
                    <a:pt x="299951" y="863825"/>
                  </a:lnTo>
                  <a:lnTo>
                    <a:pt x="323102" y="902496"/>
                  </a:lnTo>
                  <a:lnTo>
                    <a:pt x="346965" y="940685"/>
                  </a:lnTo>
                  <a:lnTo>
                    <a:pt x="371530" y="978381"/>
                  </a:lnTo>
                  <a:lnTo>
                    <a:pt x="396788" y="1015578"/>
                  </a:lnTo>
                  <a:lnTo>
                    <a:pt x="422730" y="1052264"/>
                  </a:lnTo>
                  <a:lnTo>
                    <a:pt x="449346" y="1088431"/>
                  </a:lnTo>
                  <a:lnTo>
                    <a:pt x="476629" y="1124070"/>
                  </a:lnTo>
                  <a:lnTo>
                    <a:pt x="504567" y="1159171"/>
                  </a:lnTo>
                  <a:lnTo>
                    <a:pt x="533153" y="1193726"/>
                  </a:lnTo>
                  <a:lnTo>
                    <a:pt x="562377" y="1227726"/>
                  </a:lnTo>
                  <a:lnTo>
                    <a:pt x="592230" y="1261160"/>
                  </a:lnTo>
                  <a:lnTo>
                    <a:pt x="622703" y="1294021"/>
                  </a:lnTo>
                  <a:lnTo>
                    <a:pt x="653787" y="1326298"/>
                  </a:lnTo>
                  <a:lnTo>
                    <a:pt x="685472" y="1357983"/>
                  </a:lnTo>
                  <a:lnTo>
                    <a:pt x="717749" y="1389066"/>
                  </a:lnTo>
                  <a:lnTo>
                    <a:pt x="750609" y="1419539"/>
                  </a:lnTo>
                  <a:lnTo>
                    <a:pt x="784044" y="1449392"/>
                  </a:lnTo>
                  <a:lnTo>
                    <a:pt x="818043" y="1478616"/>
                  </a:lnTo>
                  <a:lnTo>
                    <a:pt x="852598" y="1507202"/>
                  </a:lnTo>
                  <a:lnTo>
                    <a:pt x="887700" y="1535141"/>
                  </a:lnTo>
                  <a:lnTo>
                    <a:pt x="923339" y="1562423"/>
                  </a:lnTo>
                  <a:lnTo>
                    <a:pt x="959506" y="1589040"/>
                  </a:lnTo>
                  <a:lnTo>
                    <a:pt x="996192" y="1614981"/>
                  </a:lnTo>
                  <a:lnTo>
                    <a:pt x="1033388" y="1640239"/>
                  </a:lnTo>
                  <a:lnTo>
                    <a:pt x="1071085" y="1664804"/>
                  </a:lnTo>
                  <a:lnTo>
                    <a:pt x="1109273" y="1688667"/>
                  </a:lnTo>
                  <a:lnTo>
                    <a:pt x="1147944" y="1711818"/>
                  </a:lnTo>
                  <a:lnTo>
                    <a:pt x="1187088" y="1734249"/>
                  </a:lnTo>
                  <a:lnTo>
                    <a:pt x="1226697" y="1755950"/>
                  </a:lnTo>
                  <a:lnTo>
                    <a:pt x="1266760" y="1776912"/>
                  </a:lnTo>
                  <a:lnTo>
                    <a:pt x="1307269" y="1797127"/>
                  </a:lnTo>
                  <a:lnTo>
                    <a:pt x="1348214" y="1816584"/>
                  </a:lnTo>
                  <a:lnTo>
                    <a:pt x="1389588" y="1835275"/>
                  </a:lnTo>
                  <a:lnTo>
                    <a:pt x="1431379" y="1853190"/>
                  </a:lnTo>
                  <a:lnTo>
                    <a:pt x="1473580" y="1870320"/>
                  </a:lnTo>
                  <a:lnTo>
                    <a:pt x="1516180" y="1886657"/>
                  </a:lnTo>
                  <a:lnTo>
                    <a:pt x="1559172" y="1902191"/>
                  </a:lnTo>
                  <a:lnTo>
                    <a:pt x="1602545" y="1916913"/>
                  </a:lnTo>
                  <a:lnTo>
                    <a:pt x="1646291" y="1930813"/>
                  </a:lnTo>
                  <a:lnTo>
                    <a:pt x="1690400" y="1943883"/>
                  </a:lnTo>
                  <a:lnTo>
                    <a:pt x="1734863" y="1956114"/>
                  </a:lnTo>
                  <a:lnTo>
                    <a:pt x="1779672" y="1967495"/>
                  </a:lnTo>
                  <a:lnTo>
                    <a:pt x="1824816" y="1978019"/>
                  </a:lnTo>
                  <a:lnTo>
                    <a:pt x="1870287" y="1987676"/>
                  </a:lnTo>
                  <a:lnTo>
                    <a:pt x="1916076" y="1996456"/>
                  </a:lnTo>
                  <a:lnTo>
                    <a:pt x="1962173" y="2004351"/>
                  </a:lnTo>
                  <a:lnTo>
                    <a:pt x="2008569" y="2011352"/>
                  </a:lnTo>
                  <a:lnTo>
                    <a:pt x="2055256" y="2017449"/>
                  </a:lnTo>
                  <a:lnTo>
                    <a:pt x="2102223" y="2022633"/>
                  </a:lnTo>
                  <a:lnTo>
                    <a:pt x="2149462" y="2026895"/>
                  </a:lnTo>
                  <a:lnTo>
                    <a:pt x="2196964" y="2030226"/>
                  </a:lnTo>
                  <a:lnTo>
                    <a:pt x="2244719" y="2032616"/>
                  </a:lnTo>
                  <a:lnTo>
                    <a:pt x="2292719" y="2034057"/>
                  </a:lnTo>
                  <a:lnTo>
                    <a:pt x="2340954" y="2034539"/>
                  </a:lnTo>
                  <a:lnTo>
                    <a:pt x="2389189" y="2034057"/>
                  </a:lnTo>
                  <a:lnTo>
                    <a:pt x="2437188" y="2032616"/>
                  </a:lnTo>
                  <a:lnTo>
                    <a:pt x="2484944" y="2030226"/>
                  </a:lnTo>
                  <a:lnTo>
                    <a:pt x="2532446" y="2026895"/>
                  </a:lnTo>
                  <a:lnTo>
                    <a:pt x="2579685" y="2022633"/>
                  </a:lnTo>
                  <a:lnTo>
                    <a:pt x="2626652" y="2017449"/>
                  </a:lnTo>
                  <a:lnTo>
                    <a:pt x="2673339" y="2011352"/>
                  </a:lnTo>
                  <a:lnTo>
                    <a:pt x="2719735" y="2004351"/>
                  </a:lnTo>
                  <a:lnTo>
                    <a:pt x="2765832" y="1996456"/>
                  </a:lnTo>
                  <a:lnTo>
                    <a:pt x="2811621" y="1987676"/>
                  </a:lnTo>
                  <a:lnTo>
                    <a:pt x="2857092" y="1978019"/>
                  </a:lnTo>
                  <a:lnTo>
                    <a:pt x="2902236" y="1967495"/>
                  </a:lnTo>
                  <a:lnTo>
                    <a:pt x="2947045" y="1956114"/>
                  </a:lnTo>
                  <a:lnTo>
                    <a:pt x="2991508" y="1943883"/>
                  </a:lnTo>
                  <a:lnTo>
                    <a:pt x="3035617" y="1930813"/>
                  </a:lnTo>
                  <a:lnTo>
                    <a:pt x="3079363" y="1916913"/>
                  </a:lnTo>
                  <a:lnTo>
                    <a:pt x="3122736" y="1902191"/>
                  </a:lnTo>
                  <a:lnTo>
                    <a:pt x="3165727" y="1886657"/>
                  </a:lnTo>
                  <a:lnTo>
                    <a:pt x="3208328" y="1870320"/>
                  </a:lnTo>
                  <a:lnTo>
                    <a:pt x="3250529" y="1853190"/>
                  </a:lnTo>
                  <a:lnTo>
                    <a:pt x="3292320" y="1835275"/>
                  </a:lnTo>
                  <a:lnTo>
                    <a:pt x="3333693" y="1816584"/>
                  </a:lnTo>
                  <a:lnTo>
                    <a:pt x="3374639" y="1797127"/>
                  </a:lnTo>
                  <a:lnTo>
                    <a:pt x="3415148" y="1776912"/>
                  </a:lnTo>
                  <a:lnTo>
                    <a:pt x="3455211" y="1755950"/>
                  </a:lnTo>
                  <a:lnTo>
                    <a:pt x="3494820" y="1734249"/>
                  </a:lnTo>
                  <a:lnTo>
                    <a:pt x="3533964" y="1711818"/>
                  </a:lnTo>
                  <a:lnTo>
                    <a:pt x="3572635" y="1688667"/>
                  </a:lnTo>
                  <a:lnTo>
                    <a:pt x="3610823" y="1664804"/>
                  </a:lnTo>
                  <a:lnTo>
                    <a:pt x="3648520" y="1640239"/>
                  </a:lnTo>
                  <a:lnTo>
                    <a:pt x="3685716" y="1614981"/>
                  </a:lnTo>
                  <a:lnTo>
                    <a:pt x="3722402" y="1589040"/>
                  </a:lnTo>
                  <a:lnTo>
                    <a:pt x="3758569" y="1562423"/>
                  </a:lnTo>
                  <a:lnTo>
                    <a:pt x="3794208" y="1535141"/>
                  </a:lnTo>
                  <a:lnTo>
                    <a:pt x="3829310" y="1507202"/>
                  </a:lnTo>
                  <a:lnTo>
                    <a:pt x="3863865" y="1478616"/>
                  </a:lnTo>
                  <a:lnTo>
                    <a:pt x="3897864" y="1449392"/>
                  </a:lnTo>
                  <a:lnTo>
                    <a:pt x="3931298" y="1419539"/>
                  </a:lnTo>
                  <a:lnTo>
                    <a:pt x="3964159" y="1389066"/>
                  </a:lnTo>
                  <a:lnTo>
                    <a:pt x="3996436" y="1357983"/>
                  </a:lnTo>
                  <a:lnTo>
                    <a:pt x="4028121" y="1326298"/>
                  </a:lnTo>
                  <a:lnTo>
                    <a:pt x="4059205" y="1294021"/>
                  </a:lnTo>
                  <a:lnTo>
                    <a:pt x="4089677" y="1261160"/>
                  </a:lnTo>
                  <a:lnTo>
                    <a:pt x="4119530" y="1227726"/>
                  </a:lnTo>
                  <a:lnTo>
                    <a:pt x="4148754" y="1193726"/>
                  </a:lnTo>
                  <a:lnTo>
                    <a:pt x="4177340" y="1159171"/>
                  </a:lnTo>
                  <a:lnTo>
                    <a:pt x="4205279" y="1124070"/>
                  </a:lnTo>
                  <a:lnTo>
                    <a:pt x="4232561" y="1088431"/>
                  </a:lnTo>
                  <a:lnTo>
                    <a:pt x="4259178" y="1052264"/>
                  </a:lnTo>
                  <a:lnTo>
                    <a:pt x="4285120" y="1015578"/>
                  </a:lnTo>
                  <a:lnTo>
                    <a:pt x="4310378" y="978381"/>
                  </a:lnTo>
                  <a:lnTo>
                    <a:pt x="4334943" y="940685"/>
                  </a:lnTo>
                  <a:lnTo>
                    <a:pt x="4358805" y="902496"/>
                  </a:lnTo>
                  <a:lnTo>
                    <a:pt x="4381957" y="863825"/>
                  </a:lnTo>
                  <a:lnTo>
                    <a:pt x="4404388" y="824681"/>
                  </a:lnTo>
                  <a:lnTo>
                    <a:pt x="4426089" y="785073"/>
                  </a:lnTo>
                  <a:lnTo>
                    <a:pt x="4447051" y="745010"/>
                  </a:lnTo>
                  <a:lnTo>
                    <a:pt x="4467265" y="704501"/>
                  </a:lnTo>
                  <a:lnTo>
                    <a:pt x="4486722" y="663555"/>
                  </a:lnTo>
                  <a:lnTo>
                    <a:pt x="4505413" y="622182"/>
                  </a:lnTo>
                  <a:lnTo>
                    <a:pt x="4523328" y="580390"/>
                  </a:lnTo>
                  <a:lnTo>
                    <a:pt x="4540459" y="538190"/>
                  </a:lnTo>
                  <a:lnTo>
                    <a:pt x="4556796" y="495589"/>
                  </a:lnTo>
                  <a:lnTo>
                    <a:pt x="4572329" y="452598"/>
                  </a:lnTo>
                  <a:lnTo>
                    <a:pt x="4587051" y="409224"/>
                  </a:lnTo>
                  <a:lnTo>
                    <a:pt x="4600952" y="365479"/>
                  </a:lnTo>
                  <a:lnTo>
                    <a:pt x="4614022" y="321369"/>
                  </a:lnTo>
                  <a:lnTo>
                    <a:pt x="4626252" y="276906"/>
                  </a:lnTo>
                  <a:lnTo>
                    <a:pt x="4637634" y="232098"/>
                  </a:lnTo>
                  <a:lnTo>
                    <a:pt x="4648157" y="186953"/>
                  </a:lnTo>
                  <a:lnTo>
                    <a:pt x="4657814" y="141482"/>
                  </a:lnTo>
                  <a:lnTo>
                    <a:pt x="4666595" y="95694"/>
                  </a:lnTo>
                  <a:lnTo>
                    <a:pt x="4674490" y="49597"/>
                  </a:lnTo>
                  <a:lnTo>
                    <a:pt x="4681490" y="3200"/>
                  </a:lnTo>
                  <a:lnTo>
                    <a:pt x="4681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69440" y="475995"/>
              <a:ext cx="1440052" cy="2970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5223" y="2727198"/>
            <a:ext cx="2601977" cy="83099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b="0" spc="-1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SWITCHABLE  THEMES</a:t>
            </a:r>
            <a:endParaRPr sz="28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0013" y="497586"/>
            <a:ext cx="2488530" cy="2099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192520" y="855852"/>
            <a:ext cx="5405755" cy="525780"/>
            <a:chOff x="6192520" y="855852"/>
            <a:chExt cx="5405755" cy="525780"/>
          </a:xfrm>
        </p:grpSpPr>
        <p:sp>
          <p:nvSpPr>
            <p:cNvPr id="9" name="object 9"/>
            <p:cNvSpPr/>
            <p:nvPr/>
          </p:nvSpPr>
          <p:spPr>
            <a:xfrm>
              <a:off x="6192520" y="855852"/>
              <a:ext cx="5365241" cy="2510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8616" y="1130172"/>
              <a:ext cx="5399659" cy="25107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199378" y="2673223"/>
            <a:ext cx="5176520" cy="522605"/>
            <a:chOff x="6199378" y="2673223"/>
            <a:chExt cx="5176520" cy="522605"/>
          </a:xfrm>
        </p:grpSpPr>
        <p:sp>
          <p:nvSpPr>
            <p:cNvPr id="12" name="object 12"/>
            <p:cNvSpPr/>
            <p:nvPr/>
          </p:nvSpPr>
          <p:spPr>
            <a:xfrm>
              <a:off x="6210808" y="2673223"/>
              <a:ext cx="5164073" cy="24688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99378" y="2944876"/>
              <a:ext cx="5176393" cy="25095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199378" y="4850891"/>
            <a:ext cx="5357495" cy="1074420"/>
            <a:chOff x="6199378" y="4850891"/>
            <a:chExt cx="5357495" cy="1074420"/>
          </a:xfrm>
        </p:grpSpPr>
        <p:sp>
          <p:nvSpPr>
            <p:cNvPr id="15" name="object 15"/>
            <p:cNvSpPr/>
            <p:nvPr/>
          </p:nvSpPr>
          <p:spPr>
            <a:xfrm>
              <a:off x="6202426" y="4850891"/>
              <a:ext cx="4576572" cy="24968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9378" y="5128005"/>
              <a:ext cx="5053583" cy="24828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08014" y="5402325"/>
              <a:ext cx="5348478" cy="24823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99378" y="5676582"/>
              <a:ext cx="3561588" cy="24829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98939" y="5786065"/>
              <a:ext cx="67853" cy="1603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895078" y="5676582"/>
              <a:ext cx="554101" cy="19138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22</a:t>
            </a:fld>
            <a:endParaRPr spc="-15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2400" y="0"/>
            <a:ext cx="4682490" cy="2034539"/>
            <a:chOff x="152400" y="0"/>
            <a:chExt cx="4682490" cy="2034539"/>
          </a:xfrm>
        </p:grpSpPr>
        <p:sp>
          <p:nvSpPr>
            <p:cNvPr id="4" name="object 4"/>
            <p:cNvSpPr/>
            <p:nvPr/>
          </p:nvSpPr>
          <p:spPr>
            <a:xfrm>
              <a:off x="152400" y="0"/>
              <a:ext cx="4682490" cy="2034539"/>
            </a:xfrm>
            <a:custGeom>
              <a:avLst/>
              <a:gdLst/>
              <a:ahLst/>
              <a:cxnLst/>
              <a:rect l="l" t="t" r="r" b="b"/>
              <a:pathLst>
                <a:path w="4682490" h="2034539">
                  <a:moveTo>
                    <a:pt x="4681908" y="0"/>
                  </a:moveTo>
                  <a:lnTo>
                    <a:pt x="0" y="0"/>
                  </a:lnTo>
                  <a:lnTo>
                    <a:pt x="418" y="3200"/>
                  </a:lnTo>
                  <a:lnTo>
                    <a:pt x="7418" y="49597"/>
                  </a:lnTo>
                  <a:lnTo>
                    <a:pt x="15313" y="95694"/>
                  </a:lnTo>
                  <a:lnTo>
                    <a:pt x="24094" y="141482"/>
                  </a:lnTo>
                  <a:lnTo>
                    <a:pt x="33750" y="186953"/>
                  </a:lnTo>
                  <a:lnTo>
                    <a:pt x="44274" y="232098"/>
                  </a:lnTo>
                  <a:lnTo>
                    <a:pt x="55656" y="276906"/>
                  </a:lnTo>
                  <a:lnTo>
                    <a:pt x="67886" y="321369"/>
                  </a:lnTo>
                  <a:lnTo>
                    <a:pt x="80956" y="365479"/>
                  </a:lnTo>
                  <a:lnTo>
                    <a:pt x="94857" y="409224"/>
                  </a:lnTo>
                  <a:lnTo>
                    <a:pt x="109578" y="452598"/>
                  </a:lnTo>
                  <a:lnTo>
                    <a:pt x="125112" y="495589"/>
                  </a:lnTo>
                  <a:lnTo>
                    <a:pt x="141449" y="538190"/>
                  </a:lnTo>
                  <a:lnTo>
                    <a:pt x="158580" y="580390"/>
                  </a:lnTo>
                  <a:lnTo>
                    <a:pt x="176495" y="622182"/>
                  </a:lnTo>
                  <a:lnTo>
                    <a:pt x="195186" y="663555"/>
                  </a:lnTo>
                  <a:lnTo>
                    <a:pt x="214643" y="704501"/>
                  </a:lnTo>
                  <a:lnTo>
                    <a:pt x="234857" y="745010"/>
                  </a:lnTo>
                  <a:lnTo>
                    <a:pt x="255819" y="785073"/>
                  </a:lnTo>
                  <a:lnTo>
                    <a:pt x="277520" y="824681"/>
                  </a:lnTo>
                  <a:lnTo>
                    <a:pt x="299951" y="863825"/>
                  </a:lnTo>
                  <a:lnTo>
                    <a:pt x="323102" y="902496"/>
                  </a:lnTo>
                  <a:lnTo>
                    <a:pt x="346965" y="940685"/>
                  </a:lnTo>
                  <a:lnTo>
                    <a:pt x="371530" y="978381"/>
                  </a:lnTo>
                  <a:lnTo>
                    <a:pt x="396788" y="1015578"/>
                  </a:lnTo>
                  <a:lnTo>
                    <a:pt x="422730" y="1052264"/>
                  </a:lnTo>
                  <a:lnTo>
                    <a:pt x="449346" y="1088431"/>
                  </a:lnTo>
                  <a:lnTo>
                    <a:pt x="476629" y="1124070"/>
                  </a:lnTo>
                  <a:lnTo>
                    <a:pt x="504567" y="1159171"/>
                  </a:lnTo>
                  <a:lnTo>
                    <a:pt x="533153" y="1193726"/>
                  </a:lnTo>
                  <a:lnTo>
                    <a:pt x="562377" y="1227726"/>
                  </a:lnTo>
                  <a:lnTo>
                    <a:pt x="592230" y="1261160"/>
                  </a:lnTo>
                  <a:lnTo>
                    <a:pt x="622703" y="1294021"/>
                  </a:lnTo>
                  <a:lnTo>
                    <a:pt x="653787" y="1326298"/>
                  </a:lnTo>
                  <a:lnTo>
                    <a:pt x="685472" y="1357983"/>
                  </a:lnTo>
                  <a:lnTo>
                    <a:pt x="717749" y="1389066"/>
                  </a:lnTo>
                  <a:lnTo>
                    <a:pt x="750609" y="1419539"/>
                  </a:lnTo>
                  <a:lnTo>
                    <a:pt x="784044" y="1449392"/>
                  </a:lnTo>
                  <a:lnTo>
                    <a:pt x="818043" y="1478616"/>
                  </a:lnTo>
                  <a:lnTo>
                    <a:pt x="852598" y="1507202"/>
                  </a:lnTo>
                  <a:lnTo>
                    <a:pt x="887700" y="1535141"/>
                  </a:lnTo>
                  <a:lnTo>
                    <a:pt x="923339" y="1562423"/>
                  </a:lnTo>
                  <a:lnTo>
                    <a:pt x="959506" y="1589040"/>
                  </a:lnTo>
                  <a:lnTo>
                    <a:pt x="996192" y="1614981"/>
                  </a:lnTo>
                  <a:lnTo>
                    <a:pt x="1033388" y="1640239"/>
                  </a:lnTo>
                  <a:lnTo>
                    <a:pt x="1071085" y="1664804"/>
                  </a:lnTo>
                  <a:lnTo>
                    <a:pt x="1109273" y="1688667"/>
                  </a:lnTo>
                  <a:lnTo>
                    <a:pt x="1147944" y="1711818"/>
                  </a:lnTo>
                  <a:lnTo>
                    <a:pt x="1187088" y="1734249"/>
                  </a:lnTo>
                  <a:lnTo>
                    <a:pt x="1226697" y="1755950"/>
                  </a:lnTo>
                  <a:lnTo>
                    <a:pt x="1266760" y="1776912"/>
                  </a:lnTo>
                  <a:lnTo>
                    <a:pt x="1307269" y="1797127"/>
                  </a:lnTo>
                  <a:lnTo>
                    <a:pt x="1348214" y="1816584"/>
                  </a:lnTo>
                  <a:lnTo>
                    <a:pt x="1389588" y="1835275"/>
                  </a:lnTo>
                  <a:lnTo>
                    <a:pt x="1431379" y="1853190"/>
                  </a:lnTo>
                  <a:lnTo>
                    <a:pt x="1473580" y="1870320"/>
                  </a:lnTo>
                  <a:lnTo>
                    <a:pt x="1516180" y="1886657"/>
                  </a:lnTo>
                  <a:lnTo>
                    <a:pt x="1559172" y="1902191"/>
                  </a:lnTo>
                  <a:lnTo>
                    <a:pt x="1602545" y="1916913"/>
                  </a:lnTo>
                  <a:lnTo>
                    <a:pt x="1646291" y="1930813"/>
                  </a:lnTo>
                  <a:lnTo>
                    <a:pt x="1690400" y="1943883"/>
                  </a:lnTo>
                  <a:lnTo>
                    <a:pt x="1734863" y="1956114"/>
                  </a:lnTo>
                  <a:lnTo>
                    <a:pt x="1779672" y="1967495"/>
                  </a:lnTo>
                  <a:lnTo>
                    <a:pt x="1824816" y="1978019"/>
                  </a:lnTo>
                  <a:lnTo>
                    <a:pt x="1870287" y="1987676"/>
                  </a:lnTo>
                  <a:lnTo>
                    <a:pt x="1916076" y="1996456"/>
                  </a:lnTo>
                  <a:lnTo>
                    <a:pt x="1962173" y="2004351"/>
                  </a:lnTo>
                  <a:lnTo>
                    <a:pt x="2008569" y="2011352"/>
                  </a:lnTo>
                  <a:lnTo>
                    <a:pt x="2055256" y="2017449"/>
                  </a:lnTo>
                  <a:lnTo>
                    <a:pt x="2102223" y="2022633"/>
                  </a:lnTo>
                  <a:lnTo>
                    <a:pt x="2149462" y="2026895"/>
                  </a:lnTo>
                  <a:lnTo>
                    <a:pt x="2196964" y="2030226"/>
                  </a:lnTo>
                  <a:lnTo>
                    <a:pt x="2244719" y="2032616"/>
                  </a:lnTo>
                  <a:lnTo>
                    <a:pt x="2292719" y="2034057"/>
                  </a:lnTo>
                  <a:lnTo>
                    <a:pt x="2340954" y="2034539"/>
                  </a:lnTo>
                  <a:lnTo>
                    <a:pt x="2389189" y="2034057"/>
                  </a:lnTo>
                  <a:lnTo>
                    <a:pt x="2437188" y="2032616"/>
                  </a:lnTo>
                  <a:lnTo>
                    <a:pt x="2484944" y="2030226"/>
                  </a:lnTo>
                  <a:lnTo>
                    <a:pt x="2532446" y="2026895"/>
                  </a:lnTo>
                  <a:lnTo>
                    <a:pt x="2579685" y="2022633"/>
                  </a:lnTo>
                  <a:lnTo>
                    <a:pt x="2626652" y="2017449"/>
                  </a:lnTo>
                  <a:lnTo>
                    <a:pt x="2673339" y="2011352"/>
                  </a:lnTo>
                  <a:lnTo>
                    <a:pt x="2719735" y="2004351"/>
                  </a:lnTo>
                  <a:lnTo>
                    <a:pt x="2765832" y="1996456"/>
                  </a:lnTo>
                  <a:lnTo>
                    <a:pt x="2811621" y="1987676"/>
                  </a:lnTo>
                  <a:lnTo>
                    <a:pt x="2857092" y="1978019"/>
                  </a:lnTo>
                  <a:lnTo>
                    <a:pt x="2902236" y="1967495"/>
                  </a:lnTo>
                  <a:lnTo>
                    <a:pt x="2947045" y="1956114"/>
                  </a:lnTo>
                  <a:lnTo>
                    <a:pt x="2991508" y="1943883"/>
                  </a:lnTo>
                  <a:lnTo>
                    <a:pt x="3035617" y="1930813"/>
                  </a:lnTo>
                  <a:lnTo>
                    <a:pt x="3079363" y="1916913"/>
                  </a:lnTo>
                  <a:lnTo>
                    <a:pt x="3122736" y="1902191"/>
                  </a:lnTo>
                  <a:lnTo>
                    <a:pt x="3165727" y="1886657"/>
                  </a:lnTo>
                  <a:lnTo>
                    <a:pt x="3208328" y="1870320"/>
                  </a:lnTo>
                  <a:lnTo>
                    <a:pt x="3250529" y="1853190"/>
                  </a:lnTo>
                  <a:lnTo>
                    <a:pt x="3292320" y="1835275"/>
                  </a:lnTo>
                  <a:lnTo>
                    <a:pt x="3333693" y="1816584"/>
                  </a:lnTo>
                  <a:lnTo>
                    <a:pt x="3374639" y="1797127"/>
                  </a:lnTo>
                  <a:lnTo>
                    <a:pt x="3415148" y="1776912"/>
                  </a:lnTo>
                  <a:lnTo>
                    <a:pt x="3455211" y="1755950"/>
                  </a:lnTo>
                  <a:lnTo>
                    <a:pt x="3494820" y="1734249"/>
                  </a:lnTo>
                  <a:lnTo>
                    <a:pt x="3533964" y="1711818"/>
                  </a:lnTo>
                  <a:lnTo>
                    <a:pt x="3572635" y="1688667"/>
                  </a:lnTo>
                  <a:lnTo>
                    <a:pt x="3610823" y="1664804"/>
                  </a:lnTo>
                  <a:lnTo>
                    <a:pt x="3648520" y="1640239"/>
                  </a:lnTo>
                  <a:lnTo>
                    <a:pt x="3685716" y="1614981"/>
                  </a:lnTo>
                  <a:lnTo>
                    <a:pt x="3722402" y="1589040"/>
                  </a:lnTo>
                  <a:lnTo>
                    <a:pt x="3758569" y="1562423"/>
                  </a:lnTo>
                  <a:lnTo>
                    <a:pt x="3794208" y="1535141"/>
                  </a:lnTo>
                  <a:lnTo>
                    <a:pt x="3829310" y="1507202"/>
                  </a:lnTo>
                  <a:lnTo>
                    <a:pt x="3863865" y="1478616"/>
                  </a:lnTo>
                  <a:lnTo>
                    <a:pt x="3897864" y="1449392"/>
                  </a:lnTo>
                  <a:lnTo>
                    <a:pt x="3931298" y="1419539"/>
                  </a:lnTo>
                  <a:lnTo>
                    <a:pt x="3964159" y="1389066"/>
                  </a:lnTo>
                  <a:lnTo>
                    <a:pt x="3996436" y="1357983"/>
                  </a:lnTo>
                  <a:lnTo>
                    <a:pt x="4028121" y="1326298"/>
                  </a:lnTo>
                  <a:lnTo>
                    <a:pt x="4059205" y="1294021"/>
                  </a:lnTo>
                  <a:lnTo>
                    <a:pt x="4089677" y="1261160"/>
                  </a:lnTo>
                  <a:lnTo>
                    <a:pt x="4119530" y="1227726"/>
                  </a:lnTo>
                  <a:lnTo>
                    <a:pt x="4148754" y="1193726"/>
                  </a:lnTo>
                  <a:lnTo>
                    <a:pt x="4177340" y="1159171"/>
                  </a:lnTo>
                  <a:lnTo>
                    <a:pt x="4205279" y="1124070"/>
                  </a:lnTo>
                  <a:lnTo>
                    <a:pt x="4232561" y="1088431"/>
                  </a:lnTo>
                  <a:lnTo>
                    <a:pt x="4259178" y="1052264"/>
                  </a:lnTo>
                  <a:lnTo>
                    <a:pt x="4285120" y="1015578"/>
                  </a:lnTo>
                  <a:lnTo>
                    <a:pt x="4310378" y="978381"/>
                  </a:lnTo>
                  <a:lnTo>
                    <a:pt x="4334943" y="940685"/>
                  </a:lnTo>
                  <a:lnTo>
                    <a:pt x="4358805" y="902496"/>
                  </a:lnTo>
                  <a:lnTo>
                    <a:pt x="4381957" y="863825"/>
                  </a:lnTo>
                  <a:lnTo>
                    <a:pt x="4404388" y="824681"/>
                  </a:lnTo>
                  <a:lnTo>
                    <a:pt x="4426089" y="785073"/>
                  </a:lnTo>
                  <a:lnTo>
                    <a:pt x="4447051" y="745010"/>
                  </a:lnTo>
                  <a:lnTo>
                    <a:pt x="4467265" y="704501"/>
                  </a:lnTo>
                  <a:lnTo>
                    <a:pt x="4486722" y="663555"/>
                  </a:lnTo>
                  <a:lnTo>
                    <a:pt x="4505413" y="622182"/>
                  </a:lnTo>
                  <a:lnTo>
                    <a:pt x="4523328" y="580390"/>
                  </a:lnTo>
                  <a:lnTo>
                    <a:pt x="4540459" y="538190"/>
                  </a:lnTo>
                  <a:lnTo>
                    <a:pt x="4556796" y="495589"/>
                  </a:lnTo>
                  <a:lnTo>
                    <a:pt x="4572329" y="452598"/>
                  </a:lnTo>
                  <a:lnTo>
                    <a:pt x="4587051" y="409224"/>
                  </a:lnTo>
                  <a:lnTo>
                    <a:pt x="4600952" y="365479"/>
                  </a:lnTo>
                  <a:lnTo>
                    <a:pt x="4614022" y="321369"/>
                  </a:lnTo>
                  <a:lnTo>
                    <a:pt x="4626252" y="276906"/>
                  </a:lnTo>
                  <a:lnTo>
                    <a:pt x="4637634" y="232098"/>
                  </a:lnTo>
                  <a:lnTo>
                    <a:pt x="4648157" y="186953"/>
                  </a:lnTo>
                  <a:lnTo>
                    <a:pt x="4657814" y="141482"/>
                  </a:lnTo>
                  <a:lnTo>
                    <a:pt x="4666595" y="95694"/>
                  </a:lnTo>
                  <a:lnTo>
                    <a:pt x="4674490" y="49597"/>
                  </a:lnTo>
                  <a:lnTo>
                    <a:pt x="4681490" y="3200"/>
                  </a:lnTo>
                  <a:lnTo>
                    <a:pt x="4681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69440" y="475995"/>
              <a:ext cx="1440052" cy="2970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5223" y="2727198"/>
            <a:ext cx="2164080" cy="121571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b="0" dirty="0">
                <a:solidFill>
                  <a:srgbClr val="FFFFFF"/>
                </a:solidFill>
                <a:latin typeface="Arial Black"/>
                <a:cs typeface="Arial Black"/>
              </a:rPr>
              <a:t>PLUGINS AND  WIDGETS</a:t>
            </a:r>
            <a:endParaRPr sz="2800" dirty="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90741" y="497586"/>
            <a:ext cx="5073015" cy="1177925"/>
            <a:chOff x="6190741" y="497586"/>
            <a:chExt cx="5073015" cy="1177925"/>
          </a:xfrm>
        </p:grpSpPr>
        <p:sp>
          <p:nvSpPr>
            <p:cNvPr id="8" name="object 8"/>
            <p:cNvSpPr/>
            <p:nvPr/>
          </p:nvSpPr>
          <p:spPr>
            <a:xfrm>
              <a:off x="6193027" y="497586"/>
              <a:ext cx="3773804" cy="27216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09377" y="617560"/>
              <a:ext cx="74353" cy="175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20629" y="497586"/>
              <a:ext cx="844423" cy="2098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0741" y="796417"/>
              <a:ext cx="5073015" cy="27508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0045" y="1098169"/>
              <a:ext cx="4905756" cy="27508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00520" y="1402841"/>
              <a:ext cx="4807331" cy="27216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190360" y="2670555"/>
            <a:ext cx="5220335" cy="525780"/>
            <a:chOff x="6190360" y="2670555"/>
            <a:chExt cx="5220335" cy="525780"/>
          </a:xfrm>
        </p:grpSpPr>
        <p:sp>
          <p:nvSpPr>
            <p:cNvPr id="15" name="object 15"/>
            <p:cNvSpPr/>
            <p:nvPr/>
          </p:nvSpPr>
          <p:spPr>
            <a:xfrm>
              <a:off x="6210807" y="2670555"/>
              <a:ext cx="5199507" cy="25095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0360" y="2944875"/>
              <a:ext cx="4421886" cy="2509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199378" y="4853685"/>
            <a:ext cx="4678045" cy="740410"/>
            <a:chOff x="6199378" y="4853685"/>
            <a:chExt cx="4678045" cy="740410"/>
          </a:xfrm>
        </p:grpSpPr>
        <p:sp>
          <p:nvSpPr>
            <p:cNvPr id="18" name="object 18"/>
            <p:cNvSpPr/>
            <p:nvPr/>
          </p:nvSpPr>
          <p:spPr>
            <a:xfrm>
              <a:off x="6210808" y="4853685"/>
              <a:ext cx="4578603" cy="24828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99378" y="5125211"/>
              <a:ext cx="4677918" cy="25107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08014" y="5399531"/>
              <a:ext cx="2020696" cy="1941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23</a:t>
            </a:fld>
            <a:endParaRPr spc="-15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35" y="6377940"/>
            <a:ext cx="1458595" cy="367665"/>
          </a:xfrm>
          <a:custGeom>
            <a:avLst/>
            <a:gdLst/>
            <a:ahLst/>
            <a:cxnLst/>
            <a:rect l="l" t="t" r="r" b="b"/>
            <a:pathLst>
              <a:path w="1458595" h="367665">
                <a:moveTo>
                  <a:pt x="1274826" y="0"/>
                </a:moveTo>
                <a:lnTo>
                  <a:pt x="183642" y="0"/>
                </a:lnTo>
                <a:lnTo>
                  <a:pt x="134822" y="6559"/>
                </a:lnTo>
                <a:lnTo>
                  <a:pt x="90954" y="25072"/>
                </a:lnTo>
                <a:lnTo>
                  <a:pt x="53787" y="53787"/>
                </a:lnTo>
                <a:lnTo>
                  <a:pt x="25072" y="90954"/>
                </a:lnTo>
                <a:lnTo>
                  <a:pt x="6559" y="134822"/>
                </a:lnTo>
                <a:lnTo>
                  <a:pt x="0" y="183642"/>
                </a:lnTo>
                <a:lnTo>
                  <a:pt x="6559" y="232461"/>
                </a:lnTo>
                <a:lnTo>
                  <a:pt x="25072" y="276329"/>
                </a:lnTo>
                <a:lnTo>
                  <a:pt x="53787" y="313496"/>
                </a:lnTo>
                <a:lnTo>
                  <a:pt x="90954" y="342211"/>
                </a:lnTo>
                <a:lnTo>
                  <a:pt x="134822" y="360724"/>
                </a:lnTo>
                <a:lnTo>
                  <a:pt x="183642" y="367284"/>
                </a:lnTo>
                <a:lnTo>
                  <a:pt x="1274826" y="367284"/>
                </a:lnTo>
                <a:lnTo>
                  <a:pt x="1323662" y="360724"/>
                </a:lnTo>
                <a:lnTo>
                  <a:pt x="1367536" y="342211"/>
                </a:lnTo>
                <a:lnTo>
                  <a:pt x="1404699" y="313496"/>
                </a:lnTo>
                <a:lnTo>
                  <a:pt x="1433406" y="276329"/>
                </a:lnTo>
                <a:lnTo>
                  <a:pt x="1451911" y="232461"/>
                </a:lnTo>
                <a:lnTo>
                  <a:pt x="1458468" y="183642"/>
                </a:lnTo>
                <a:lnTo>
                  <a:pt x="1451911" y="134822"/>
                </a:lnTo>
                <a:lnTo>
                  <a:pt x="1433406" y="90954"/>
                </a:lnTo>
                <a:lnTo>
                  <a:pt x="1404699" y="53787"/>
                </a:lnTo>
                <a:lnTo>
                  <a:pt x="1367536" y="25072"/>
                </a:lnTo>
                <a:lnTo>
                  <a:pt x="1323662" y="6559"/>
                </a:lnTo>
                <a:lnTo>
                  <a:pt x="1274826" y="0"/>
                </a:lnTo>
                <a:close/>
              </a:path>
            </a:pathLst>
          </a:custGeom>
          <a:solidFill>
            <a:srgbClr val="004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55941" y="0"/>
            <a:ext cx="4682490" cy="2034539"/>
            <a:chOff x="255941" y="0"/>
            <a:chExt cx="4682490" cy="2034539"/>
          </a:xfrm>
        </p:grpSpPr>
        <p:sp>
          <p:nvSpPr>
            <p:cNvPr id="4" name="object 4"/>
            <p:cNvSpPr/>
            <p:nvPr/>
          </p:nvSpPr>
          <p:spPr>
            <a:xfrm>
              <a:off x="255941" y="0"/>
              <a:ext cx="4682490" cy="2034539"/>
            </a:xfrm>
            <a:custGeom>
              <a:avLst/>
              <a:gdLst/>
              <a:ahLst/>
              <a:cxnLst/>
              <a:rect l="l" t="t" r="r" b="b"/>
              <a:pathLst>
                <a:path w="4682490" h="2034539">
                  <a:moveTo>
                    <a:pt x="4681908" y="0"/>
                  </a:moveTo>
                  <a:lnTo>
                    <a:pt x="0" y="0"/>
                  </a:lnTo>
                  <a:lnTo>
                    <a:pt x="418" y="3200"/>
                  </a:lnTo>
                  <a:lnTo>
                    <a:pt x="7418" y="49597"/>
                  </a:lnTo>
                  <a:lnTo>
                    <a:pt x="15313" y="95694"/>
                  </a:lnTo>
                  <a:lnTo>
                    <a:pt x="24094" y="141482"/>
                  </a:lnTo>
                  <a:lnTo>
                    <a:pt x="33750" y="186953"/>
                  </a:lnTo>
                  <a:lnTo>
                    <a:pt x="44274" y="232098"/>
                  </a:lnTo>
                  <a:lnTo>
                    <a:pt x="55656" y="276906"/>
                  </a:lnTo>
                  <a:lnTo>
                    <a:pt x="67886" y="321369"/>
                  </a:lnTo>
                  <a:lnTo>
                    <a:pt x="80956" y="365479"/>
                  </a:lnTo>
                  <a:lnTo>
                    <a:pt x="94857" y="409224"/>
                  </a:lnTo>
                  <a:lnTo>
                    <a:pt x="109578" y="452598"/>
                  </a:lnTo>
                  <a:lnTo>
                    <a:pt x="125112" y="495589"/>
                  </a:lnTo>
                  <a:lnTo>
                    <a:pt x="141449" y="538190"/>
                  </a:lnTo>
                  <a:lnTo>
                    <a:pt x="158580" y="580390"/>
                  </a:lnTo>
                  <a:lnTo>
                    <a:pt x="176495" y="622182"/>
                  </a:lnTo>
                  <a:lnTo>
                    <a:pt x="195186" y="663555"/>
                  </a:lnTo>
                  <a:lnTo>
                    <a:pt x="214643" y="704501"/>
                  </a:lnTo>
                  <a:lnTo>
                    <a:pt x="234857" y="745010"/>
                  </a:lnTo>
                  <a:lnTo>
                    <a:pt x="255819" y="785073"/>
                  </a:lnTo>
                  <a:lnTo>
                    <a:pt x="277520" y="824681"/>
                  </a:lnTo>
                  <a:lnTo>
                    <a:pt x="299951" y="863825"/>
                  </a:lnTo>
                  <a:lnTo>
                    <a:pt x="323102" y="902496"/>
                  </a:lnTo>
                  <a:lnTo>
                    <a:pt x="346965" y="940685"/>
                  </a:lnTo>
                  <a:lnTo>
                    <a:pt x="371530" y="978381"/>
                  </a:lnTo>
                  <a:lnTo>
                    <a:pt x="396788" y="1015578"/>
                  </a:lnTo>
                  <a:lnTo>
                    <a:pt x="422730" y="1052264"/>
                  </a:lnTo>
                  <a:lnTo>
                    <a:pt x="449346" y="1088431"/>
                  </a:lnTo>
                  <a:lnTo>
                    <a:pt x="476629" y="1124070"/>
                  </a:lnTo>
                  <a:lnTo>
                    <a:pt x="504567" y="1159171"/>
                  </a:lnTo>
                  <a:lnTo>
                    <a:pt x="533153" y="1193726"/>
                  </a:lnTo>
                  <a:lnTo>
                    <a:pt x="562377" y="1227726"/>
                  </a:lnTo>
                  <a:lnTo>
                    <a:pt x="592230" y="1261160"/>
                  </a:lnTo>
                  <a:lnTo>
                    <a:pt x="622703" y="1294021"/>
                  </a:lnTo>
                  <a:lnTo>
                    <a:pt x="653787" y="1326298"/>
                  </a:lnTo>
                  <a:lnTo>
                    <a:pt x="685472" y="1357983"/>
                  </a:lnTo>
                  <a:lnTo>
                    <a:pt x="717749" y="1389066"/>
                  </a:lnTo>
                  <a:lnTo>
                    <a:pt x="750609" y="1419539"/>
                  </a:lnTo>
                  <a:lnTo>
                    <a:pt x="784044" y="1449392"/>
                  </a:lnTo>
                  <a:lnTo>
                    <a:pt x="818043" y="1478616"/>
                  </a:lnTo>
                  <a:lnTo>
                    <a:pt x="852598" y="1507202"/>
                  </a:lnTo>
                  <a:lnTo>
                    <a:pt x="887700" y="1535141"/>
                  </a:lnTo>
                  <a:lnTo>
                    <a:pt x="923339" y="1562423"/>
                  </a:lnTo>
                  <a:lnTo>
                    <a:pt x="959506" y="1589040"/>
                  </a:lnTo>
                  <a:lnTo>
                    <a:pt x="996192" y="1614981"/>
                  </a:lnTo>
                  <a:lnTo>
                    <a:pt x="1033388" y="1640239"/>
                  </a:lnTo>
                  <a:lnTo>
                    <a:pt x="1071085" y="1664804"/>
                  </a:lnTo>
                  <a:lnTo>
                    <a:pt x="1109273" y="1688667"/>
                  </a:lnTo>
                  <a:lnTo>
                    <a:pt x="1147944" y="1711818"/>
                  </a:lnTo>
                  <a:lnTo>
                    <a:pt x="1187088" y="1734249"/>
                  </a:lnTo>
                  <a:lnTo>
                    <a:pt x="1226697" y="1755950"/>
                  </a:lnTo>
                  <a:lnTo>
                    <a:pt x="1266760" y="1776912"/>
                  </a:lnTo>
                  <a:lnTo>
                    <a:pt x="1307269" y="1797127"/>
                  </a:lnTo>
                  <a:lnTo>
                    <a:pt x="1348214" y="1816584"/>
                  </a:lnTo>
                  <a:lnTo>
                    <a:pt x="1389588" y="1835275"/>
                  </a:lnTo>
                  <a:lnTo>
                    <a:pt x="1431379" y="1853190"/>
                  </a:lnTo>
                  <a:lnTo>
                    <a:pt x="1473580" y="1870320"/>
                  </a:lnTo>
                  <a:lnTo>
                    <a:pt x="1516180" y="1886657"/>
                  </a:lnTo>
                  <a:lnTo>
                    <a:pt x="1559172" y="1902191"/>
                  </a:lnTo>
                  <a:lnTo>
                    <a:pt x="1602545" y="1916913"/>
                  </a:lnTo>
                  <a:lnTo>
                    <a:pt x="1646291" y="1930813"/>
                  </a:lnTo>
                  <a:lnTo>
                    <a:pt x="1690400" y="1943883"/>
                  </a:lnTo>
                  <a:lnTo>
                    <a:pt x="1734863" y="1956114"/>
                  </a:lnTo>
                  <a:lnTo>
                    <a:pt x="1779672" y="1967495"/>
                  </a:lnTo>
                  <a:lnTo>
                    <a:pt x="1824816" y="1978019"/>
                  </a:lnTo>
                  <a:lnTo>
                    <a:pt x="1870287" y="1987676"/>
                  </a:lnTo>
                  <a:lnTo>
                    <a:pt x="1916076" y="1996456"/>
                  </a:lnTo>
                  <a:lnTo>
                    <a:pt x="1962173" y="2004351"/>
                  </a:lnTo>
                  <a:lnTo>
                    <a:pt x="2008569" y="2011352"/>
                  </a:lnTo>
                  <a:lnTo>
                    <a:pt x="2055256" y="2017449"/>
                  </a:lnTo>
                  <a:lnTo>
                    <a:pt x="2102223" y="2022633"/>
                  </a:lnTo>
                  <a:lnTo>
                    <a:pt x="2149462" y="2026895"/>
                  </a:lnTo>
                  <a:lnTo>
                    <a:pt x="2196964" y="2030226"/>
                  </a:lnTo>
                  <a:lnTo>
                    <a:pt x="2244719" y="2032616"/>
                  </a:lnTo>
                  <a:lnTo>
                    <a:pt x="2292719" y="2034057"/>
                  </a:lnTo>
                  <a:lnTo>
                    <a:pt x="2340954" y="2034539"/>
                  </a:lnTo>
                  <a:lnTo>
                    <a:pt x="2389189" y="2034057"/>
                  </a:lnTo>
                  <a:lnTo>
                    <a:pt x="2437188" y="2032616"/>
                  </a:lnTo>
                  <a:lnTo>
                    <a:pt x="2484944" y="2030226"/>
                  </a:lnTo>
                  <a:lnTo>
                    <a:pt x="2532446" y="2026895"/>
                  </a:lnTo>
                  <a:lnTo>
                    <a:pt x="2579685" y="2022633"/>
                  </a:lnTo>
                  <a:lnTo>
                    <a:pt x="2626652" y="2017449"/>
                  </a:lnTo>
                  <a:lnTo>
                    <a:pt x="2673339" y="2011352"/>
                  </a:lnTo>
                  <a:lnTo>
                    <a:pt x="2719735" y="2004351"/>
                  </a:lnTo>
                  <a:lnTo>
                    <a:pt x="2765832" y="1996456"/>
                  </a:lnTo>
                  <a:lnTo>
                    <a:pt x="2811621" y="1987676"/>
                  </a:lnTo>
                  <a:lnTo>
                    <a:pt x="2857092" y="1978019"/>
                  </a:lnTo>
                  <a:lnTo>
                    <a:pt x="2902236" y="1967495"/>
                  </a:lnTo>
                  <a:lnTo>
                    <a:pt x="2947045" y="1956114"/>
                  </a:lnTo>
                  <a:lnTo>
                    <a:pt x="2991508" y="1943883"/>
                  </a:lnTo>
                  <a:lnTo>
                    <a:pt x="3035617" y="1930813"/>
                  </a:lnTo>
                  <a:lnTo>
                    <a:pt x="3079363" y="1916913"/>
                  </a:lnTo>
                  <a:lnTo>
                    <a:pt x="3122736" y="1902191"/>
                  </a:lnTo>
                  <a:lnTo>
                    <a:pt x="3165727" y="1886657"/>
                  </a:lnTo>
                  <a:lnTo>
                    <a:pt x="3208328" y="1870320"/>
                  </a:lnTo>
                  <a:lnTo>
                    <a:pt x="3250529" y="1853190"/>
                  </a:lnTo>
                  <a:lnTo>
                    <a:pt x="3292320" y="1835275"/>
                  </a:lnTo>
                  <a:lnTo>
                    <a:pt x="3333693" y="1816584"/>
                  </a:lnTo>
                  <a:lnTo>
                    <a:pt x="3374639" y="1797127"/>
                  </a:lnTo>
                  <a:lnTo>
                    <a:pt x="3415148" y="1776912"/>
                  </a:lnTo>
                  <a:lnTo>
                    <a:pt x="3455211" y="1755950"/>
                  </a:lnTo>
                  <a:lnTo>
                    <a:pt x="3494820" y="1734249"/>
                  </a:lnTo>
                  <a:lnTo>
                    <a:pt x="3533964" y="1711818"/>
                  </a:lnTo>
                  <a:lnTo>
                    <a:pt x="3572635" y="1688667"/>
                  </a:lnTo>
                  <a:lnTo>
                    <a:pt x="3610823" y="1664804"/>
                  </a:lnTo>
                  <a:lnTo>
                    <a:pt x="3648520" y="1640239"/>
                  </a:lnTo>
                  <a:lnTo>
                    <a:pt x="3685716" y="1614981"/>
                  </a:lnTo>
                  <a:lnTo>
                    <a:pt x="3722402" y="1589040"/>
                  </a:lnTo>
                  <a:lnTo>
                    <a:pt x="3758569" y="1562423"/>
                  </a:lnTo>
                  <a:lnTo>
                    <a:pt x="3794208" y="1535141"/>
                  </a:lnTo>
                  <a:lnTo>
                    <a:pt x="3829310" y="1507202"/>
                  </a:lnTo>
                  <a:lnTo>
                    <a:pt x="3863865" y="1478616"/>
                  </a:lnTo>
                  <a:lnTo>
                    <a:pt x="3897864" y="1449392"/>
                  </a:lnTo>
                  <a:lnTo>
                    <a:pt x="3931298" y="1419539"/>
                  </a:lnTo>
                  <a:lnTo>
                    <a:pt x="3964159" y="1389066"/>
                  </a:lnTo>
                  <a:lnTo>
                    <a:pt x="3996436" y="1357983"/>
                  </a:lnTo>
                  <a:lnTo>
                    <a:pt x="4028121" y="1326298"/>
                  </a:lnTo>
                  <a:lnTo>
                    <a:pt x="4059205" y="1294021"/>
                  </a:lnTo>
                  <a:lnTo>
                    <a:pt x="4089677" y="1261160"/>
                  </a:lnTo>
                  <a:lnTo>
                    <a:pt x="4119530" y="1227726"/>
                  </a:lnTo>
                  <a:lnTo>
                    <a:pt x="4148754" y="1193726"/>
                  </a:lnTo>
                  <a:lnTo>
                    <a:pt x="4177340" y="1159171"/>
                  </a:lnTo>
                  <a:lnTo>
                    <a:pt x="4205279" y="1124070"/>
                  </a:lnTo>
                  <a:lnTo>
                    <a:pt x="4232561" y="1088431"/>
                  </a:lnTo>
                  <a:lnTo>
                    <a:pt x="4259178" y="1052264"/>
                  </a:lnTo>
                  <a:lnTo>
                    <a:pt x="4285120" y="1015578"/>
                  </a:lnTo>
                  <a:lnTo>
                    <a:pt x="4310378" y="978381"/>
                  </a:lnTo>
                  <a:lnTo>
                    <a:pt x="4334943" y="940685"/>
                  </a:lnTo>
                  <a:lnTo>
                    <a:pt x="4358805" y="902496"/>
                  </a:lnTo>
                  <a:lnTo>
                    <a:pt x="4381957" y="863825"/>
                  </a:lnTo>
                  <a:lnTo>
                    <a:pt x="4404388" y="824681"/>
                  </a:lnTo>
                  <a:lnTo>
                    <a:pt x="4426089" y="785073"/>
                  </a:lnTo>
                  <a:lnTo>
                    <a:pt x="4447051" y="745010"/>
                  </a:lnTo>
                  <a:lnTo>
                    <a:pt x="4467265" y="704501"/>
                  </a:lnTo>
                  <a:lnTo>
                    <a:pt x="4486722" y="663555"/>
                  </a:lnTo>
                  <a:lnTo>
                    <a:pt x="4505413" y="622182"/>
                  </a:lnTo>
                  <a:lnTo>
                    <a:pt x="4523328" y="580390"/>
                  </a:lnTo>
                  <a:lnTo>
                    <a:pt x="4540459" y="538190"/>
                  </a:lnTo>
                  <a:lnTo>
                    <a:pt x="4556796" y="495589"/>
                  </a:lnTo>
                  <a:lnTo>
                    <a:pt x="4572329" y="452598"/>
                  </a:lnTo>
                  <a:lnTo>
                    <a:pt x="4587051" y="409224"/>
                  </a:lnTo>
                  <a:lnTo>
                    <a:pt x="4600952" y="365479"/>
                  </a:lnTo>
                  <a:lnTo>
                    <a:pt x="4614022" y="321369"/>
                  </a:lnTo>
                  <a:lnTo>
                    <a:pt x="4626252" y="276906"/>
                  </a:lnTo>
                  <a:lnTo>
                    <a:pt x="4637634" y="232098"/>
                  </a:lnTo>
                  <a:lnTo>
                    <a:pt x="4648157" y="186953"/>
                  </a:lnTo>
                  <a:lnTo>
                    <a:pt x="4657814" y="141482"/>
                  </a:lnTo>
                  <a:lnTo>
                    <a:pt x="4666595" y="95694"/>
                  </a:lnTo>
                  <a:lnTo>
                    <a:pt x="4674490" y="49597"/>
                  </a:lnTo>
                  <a:lnTo>
                    <a:pt x="4681490" y="3200"/>
                  </a:lnTo>
                  <a:lnTo>
                    <a:pt x="4681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69440" y="475995"/>
              <a:ext cx="1440052" cy="2970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5223" y="2727198"/>
            <a:ext cx="2943860" cy="121571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b="0" spc="-150" dirty="0">
                <a:solidFill>
                  <a:srgbClr val="FFFFFF"/>
                </a:solidFill>
                <a:latin typeface="Arial Black"/>
                <a:cs typeface="Arial Black"/>
              </a:rPr>
              <a:t>SEO (Search Engine  Optimization)</a:t>
            </a:r>
            <a:endParaRPr sz="2800" spc="-150" dirty="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90741" y="494665"/>
            <a:ext cx="5222875" cy="1482090"/>
            <a:chOff x="6190741" y="494665"/>
            <a:chExt cx="5222875" cy="1482090"/>
          </a:xfrm>
        </p:grpSpPr>
        <p:sp>
          <p:nvSpPr>
            <p:cNvPr id="8" name="object 8"/>
            <p:cNvSpPr/>
            <p:nvPr/>
          </p:nvSpPr>
          <p:spPr>
            <a:xfrm>
              <a:off x="6190995" y="497586"/>
              <a:ext cx="4145660" cy="27216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69041" y="617560"/>
              <a:ext cx="74353" cy="1756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67975" y="494665"/>
              <a:ext cx="945642" cy="27508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0741" y="796417"/>
              <a:ext cx="4178046" cy="27508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99758" y="1101090"/>
              <a:ext cx="3652519" cy="27216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92029" y="1221064"/>
              <a:ext cx="74353" cy="1756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990963" y="1098169"/>
              <a:ext cx="914272" cy="27508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10553" y="1399920"/>
              <a:ext cx="5122037" cy="27355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10045" y="1704593"/>
              <a:ext cx="864361" cy="27216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192773" y="2673223"/>
            <a:ext cx="5439410" cy="1071245"/>
            <a:chOff x="6192773" y="2673223"/>
            <a:chExt cx="5439410" cy="1071245"/>
          </a:xfrm>
        </p:grpSpPr>
        <p:sp>
          <p:nvSpPr>
            <p:cNvPr id="18" name="object 18"/>
            <p:cNvSpPr/>
            <p:nvPr/>
          </p:nvSpPr>
          <p:spPr>
            <a:xfrm>
              <a:off x="6200393" y="2673223"/>
              <a:ext cx="5017642" cy="24828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255883" y="2782667"/>
              <a:ext cx="67852" cy="1603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357990" y="2675636"/>
              <a:ext cx="169290" cy="18592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563730" y="2782667"/>
              <a:ext cx="67852" cy="1603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99123" y="2944876"/>
              <a:ext cx="4467352" cy="25095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8013" y="3221863"/>
              <a:ext cx="5101082" cy="2482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92773" y="3493516"/>
              <a:ext cx="4346321" cy="25095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190234" y="4853685"/>
            <a:ext cx="5335905" cy="1069975"/>
            <a:chOff x="6190234" y="4853685"/>
            <a:chExt cx="5335905" cy="1069975"/>
          </a:xfrm>
        </p:grpSpPr>
        <p:sp>
          <p:nvSpPr>
            <p:cNvPr id="26" name="object 26"/>
            <p:cNvSpPr/>
            <p:nvPr/>
          </p:nvSpPr>
          <p:spPr>
            <a:xfrm>
              <a:off x="6190234" y="4853685"/>
              <a:ext cx="4738370" cy="24828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05347" y="5128005"/>
              <a:ext cx="5320410" cy="24828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00394" y="5399531"/>
              <a:ext cx="5080000" cy="25102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02426" y="5673851"/>
              <a:ext cx="3330829" cy="2496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24</a:t>
            </a:fld>
            <a:endParaRPr spc="-15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35" y="6377940"/>
            <a:ext cx="1458595" cy="367665"/>
          </a:xfrm>
          <a:custGeom>
            <a:avLst/>
            <a:gdLst/>
            <a:ahLst/>
            <a:cxnLst/>
            <a:rect l="l" t="t" r="r" b="b"/>
            <a:pathLst>
              <a:path w="1458595" h="367665">
                <a:moveTo>
                  <a:pt x="1274826" y="0"/>
                </a:moveTo>
                <a:lnTo>
                  <a:pt x="183642" y="0"/>
                </a:lnTo>
                <a:lnTo>
                  <a:pt x="134822" y="6559"/>
                </a:lnTo>
                <a:lnTo>
                  <a:pt x="90954" y="25072"/>
                </a:lnTo>
                <a:lnTo>
                  <a:pt x="53787" y="53787"/>
                </a:lnTo>
                <a:lnTo>
                  <a:pt x="25072" y="90954"/>
                </a:lnTo>
                <a:lnTo>
                  <a:pt x="6559" y="134822"/>
                </a:lnTo>
                <a:lnTo>
                  <a:pt x="0" y="183642"/>
                </a:lnTo>
                <a:lnTo>
                  <a:pt x="6559" y="232461"/>
                </a:lnTo>
                <a:lnTo>
                  <a:pt x="25072" y="276329"/>
                </a:lnTo>
                <a:lnTo>
                  <a:pt x="53787" y="313496"/>
                </a:lnTo>
                <a:lnTo>
                  <a:pt x="90954" y="342211"/>
                </a:lnTo>
                <a:lnTo>
                  <a:pt x="134822" y="360724"/>
                </a:lnTo>
                <a:lnTo>
                  <a:pt x="183642" y="367284"/>
                </a:lnTo>
                <a:lnTo>
                  <a:pt x="1274826" y="367284"/>
                </a:lnTo>
                <a:lnTo>
                  <a:pt x="1323662" y="360724"/>
                </a:lnTo>
                <a:lnTo>
                  <a:pt x="1367536" y="342211"/>
                </a:lnTo>
                <a:lnTo>
                  <a:pt x="1404699" y="313496"/>
                </a:lnTo>
                <a:lnTo>
                  <a:pt x="1433406" y="276329"/>
                </a:lnTo>
                <a:lnTo>
                  <a:pt x="1451911" y="232461"/>
                </a:lnTo>
                <a:lnTo>
                  <a:pt x="1458468" y="183642"/>
                </a:lnTo>
                <a:lnTo>
                  <a:pt x="1451911" y="134822"/>
                </a:lnTo>
                <a:lnTo>
                  <a:pt x="1433406" y="90954"/>
                </a:lnTo>
                <a:lnTo>
                  <a:pt x="1404699" y="53787"/>
                </a:lnTo>
                <a:lnTo>
                  <a:pt x="1367536" y="25072"/>
                </a:lnTo>
                <a:lnTo>
                  <a:pt x="1323662" y="6559"/>
                </a:lnTo>
                <a:lnTo>
                  <a:pt x="1274826" y="0"/>
                </a:lnTo>
                <a:close/>
              </a:path>
            </a:pathLst>
          </a:custGeom>
          <a:solidFill>
            <a:srgbClr val="004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55941" y="0"/>
            <a:ext cx="4682490" cy="2034539"/>
            <a:chOff x="255941" y="0"/>
            <a:chExt cx="4682490" cy="2034539"/>
          </a:xfrm>
        </p:grpSpPr>
        <p:sp>
          <p:nvSpPr>
            <p:cNvPr id="4" name="object 4"/>
            <p:cNvSpPr/>
            <p:nvPr/>
          </p:nvSpPr>
          <p:spPr>
            <a:xfrm>
              <a:off x="255941" y="0"/>
              <a:ext cx="4682490" cy="2034539"/>
            </a:xfrm>
            <a:custGeom>
              <a:avLst/>
              <a:gdLst/>
              <a:ahLst/>
              <a:cxnLst/>
              <a:rect l="l" t="t" r="r" b="b"/>
              <a:pathLst>
                <a:path w="4682490" h="2034539">
                  <a:moveTo>
                    <a:pt x="4681908" y="0"/>
                  </a:moveTo>
                  <a:lnTo>
                    <a:pt x="0" y="0"/>
                  </a:lnTo>
                  <a:lnTo>
                    <a:pt x="418" y="3200"/>
                  </a:lnTo>
                  <a:lnTo>
                    <a:pt x="7418" y="49597"/>
                  </a:lnTo>
                  <a:lnTo>
                    <a:pt x="15313" y="95694"/>
                  </a:lnTo>
                  <a:lnTo>
                    <a:pt x="24094" y="141482"/>
                  </a:lnTo>
                  <a:lnTo>
                    <a:pt x="33750" y="186953"/>
                  </a:lnTo>
                  <a:lnTo>
                    <a:pt x="44274" y="232098"/>
                  </a:lnTo>
                  <a:lnTo>
                    <a:pt x="55656" y="276906"/>
                  </a:lnTo>
                  <a:lnTo>
                    <a:pt x="67886" y="321369"/>
                  </a:lnTo>
                  <a:lnTo>
                    <a:pt x="80956" y="365479"/>
                  </a:lnTo>
                  <a:lnTo>
                    <a:pt x="94857" y="409224"/>
                  </a:lnTo>
                  <a:lnTo>
                    <a:pt x="109578" y="452598"/>
                  </a:lnTo>
                  <a:lnTo>
                    <a:pt x="125112" y="495589"/>
                  </a:lnTo>
                  <a:lnTo>
                    <a:pt x="141449" y="538190"/>
                  </a:lnTo>
                  <a:lnTo>
                    <a:pt x="158580" y="580390"/>
                  </a:lnTo>
                  <a:lnTo>
                    <a:pt x="176495" y="622182"/>
                  </a:lnTo>
                  <a:lnTo>
                    <a:pt x="195186" y="663555"/>
                  </a:lnTo>
                  <a:lnTo>
                    <a:pt x="214643" y="704501"/>
                  </a:lnTo>
                  <a:lnTo>
                    <a:pt x="234857" y="745010"/>
                  </a:lnTo>
                  <a:lnTo>
                    <a:pt x="255819" y="785073"/>
                  </a:lnTo>
                  <a:lnTo>
                    <a:pt x="277520" y="824681"/>
                  </a:lnTo>
                  <a:lnTo>
                    <a:pt x="299951" y="863825"/>
                  </a:lnTo>
                  <a:lnTo>
                    <a:pt x="323102" y="902496"/>
                  </a:lnTo>
                  <a:lnTo>
                    <a:pt x="346965" y="940685"/>
                  </a:lnTo>
                  <a:lnTo>
                    <a:pt x="371530" y="978381"/>
                  </a:lnTo>
                  <a:lnTo>
                    <a:pt x="396788" y="1015578"/>
                  </a:lnTo>
                  <a:lnTo>
                    <a:pt x="422730" y="1052264"/>
                  </a:lnTo>
                  <a:lnTo>
                    <a:pt x="449346" y="1088431"/>
                  </a:lnTo>
                  <a:lnTo>
                    <a:pt x="476629" y="1124070"/>
                  </a:lnTo>
                  <a:lnTo>
                    <a:pt x="504567" y="1159171"/>
                  </a:lnTo>
                  <a:lnTo>
                    <a:pt x="533153" y="1193726"/>
                  </a:lnTo>
                  <a:lnTo>
                    <a:pt x="562377" y="1227726"/>
                  </a:lnTo>
                  <a:lnTo>
                    <a:pt x="592230" y="1261160"/>
                  </a:lnTo>
                  <a:lnTo>
                    <a:pt x="622703" y="1294021"/>
                  </a:lnTo>
                  <a:lnTo>
                    <a:pt x="653787" y="1326298"/>
                  </a:lnTo>
                  <a:lnTo>
                    <a:pt x="685472" y="1357983"/>
                  </a:lnTo>
                  <a:lnTo>
                    <a:pt x="717749" y="1389066"/>
                  </a:lnTo>
                  <a:lnTo>
                    <a:pt x="750609" y="1419539"/>
                  </a:lnTo>
                  <a:lnTo>
                    <a:pt x="784044" y="1449392"/>
                  </a:lnTo>
                  <a:lnTo>
                    <a:pt x="818043" y="1478616"/>
                  </a:lnTo>
                  <a:lnTo>
                    <a:pt x="852598" y="1507202"/>
                  </a:lnTo>
                  <a:lnTo>
                    <a:pt x="887700" y="1535141"/>
                  </a:lnTo>
                  <a:lnTo>
                    <a:pt x="923339" y="1562423"/>
                  </a:lnTo>
                  <a:lnTo>
                    <a:pt x="959506" y="1589040"/>
                  </a:lnTo>
                  <a:lnTo>
                    <a:pt x="996192" y="1614981"/>
                  </a:lnTo>
                  <a:lnTo>
                    <a:pt x="1033388" y="1640239"/>
                  </a:lnTo>
                  <a:lnTo>
                    <a:pt x="1071085" y="1664804"/>
                  </a:lnTo>
                  <a:lnTo>
                    <a:pt x="1109273" y="1688667"/>
                  </a:lnTo>
                  <a:lnTo>
                    <a:pt x="1147944" y="1711818"/>
                  </a:lnTo>
                  <a:lnTo>
                    <a:pt x="1187088" y="1734249"/>
                  </a:lnTo>
                  <a:lnTo>
                    <a:pt x="1226697" y="1755950"/>
                  </a:lnTo>
                  <a:lnTo>
                    <a:pt x="1266760" y="1776912"/>
                  </a:lnTo>
                  <a:lnTo>
                    <a:pt x="1307269" y="1797127"/>
                  </a:lnTo>
                  <a:lnTo>
                    <a:pt x="1348214" y="1816584"/>
                  </a:lnTo>
                  <a:lnTo>
                    <a:pt x="1389588" y="1835275"/>
                  </a:lnTo>
                  <a:lnTo>
                    <a:pt x="1431379" y="1853190"/>
                  </a:lnTo>
                  <a:lnTo>
                    <a:pt x="1473580" y="1870320"/>
                  </a:lnTo>
                  <a:lnTo>
                    <a:pt x="1516180" y="1886657"/>
                  </a:lnTo>
                  <a:lnTo>
                    <a:pt x="1559172" y="1902191"/>
                  </a:lnTo>
                  <a:lnTo>
                    <a:pt x="1602545" y="1916913"/>
                  </a:lnTo>
                  <a:lnTo>
                    <a:pt x="1646291" y="1930813"/>
                  </a:lnTo>
                  <a:lnTo>
                    <a:pt x="1690400" y="1943883"/>
                  </a:lnTo>
                  <a:lnTo>
                    <a:pt x="1734863" y="1956114"/>
                  </a:lnTo>
                  <a:lnTo>
                    <a:pt x="1779672" y="1967495"/>
                  </a:lnTo>
                  <a:lnTo>
                    <a:pt x="1824816" y="1978019"/>
                  </a:lnTo>
                  <a:lnTo>
                    <a:pt x="1870287" y="1987676"/>
                  </a:lnTo>
                  <a:lnTo>
                    <a:pt x="1916076" y="1996456"/>
                  </a:lnTo>
                  <a:lnTo>
                    <a:pt x="1962173" y="2004351"/>
                  </a:lnTo>
                  <a:lnTo>
                    <a:pt x="2008569" y="2011352"/>
                  </a:lnTo>
                  <a:lnTo>
                    <a:pt x="2055256" y="2017449"/>
                  </a:lnTo>
                  <a:lnTo>
                    <a:pt x="2102223" y="2022633"/>
                  </a:lnTo>
                  <a:lnTo>
                    <a:pt x="2149462" y="2026895"/>
                  </a:lnTo>
                  <a:lnTo>
                    <a:pt x="2196964" y="2030226"/>
                  </a:lnTo>
                  <a:lnTo>
                    <a:pt x="2244719" y="2032616"/>
                  </a:lnTo>
                  <a:lnTo>
                    <a:pt x="2292719" y="2034057"/>
                  </a:lnTo>
                  <a:lnTo>
                    <a:pt x="2340954" y="2034539"/>
                  </a:lnTo>
                  <a:lnTo>
                    <a:pt x="2389189" y="2034057"/>
                  </a:lnTo>
                  <a:lnTo>
                    <a:pt x="2437188" y="2032616"/>
                  </a:lnTo>
                  <a:lnTo>
                    <a:pt x="2484944" y="2030226"/>
                  </a:lnTo>
                  <a:lnTo>
                    <a:pt x="2532446" y="2026895"/>
                  </a:lnTo>
                  <a:lnTo>
                    <a:pt x="2579685" y="2022633"/>
                  </a:lnTo>
                  <a:lnTo>
                    <a:pt x="2626652" y="2017449"/>
                  </a:lnTo>
                  <a:lnTo>
                    <a:pt x="2673339" y="2011352"/>
                  </a:lnTo>
                  <a:lnTo>
                    <a:pt x="2719735" y="2004351"/>
                  </a:lnTo>
                  <a:lnTo>
                    <a:pt x="2765832" y="1996456"/>
                  </a:lnTo>
                  <a:lnTo>
                    <a:pt x="2811621" y="1987676"/>
                  </a:lnTo>
                  <a:lnTo>
                    <a:pt x="2857092" y="1978019"/>
                  </a:lnTo>
                  <a:lnTo>
                    <a:pt x="2902236" y="1967495"/>
                  </a:lnTo>
                  <a:lnTo>
                    <a:pt x="2947045" y="1956114"/>
                  </a:lnTo>
                  <a:lnTo>
                    <a:pt x="2991508" y="1943883"/>
                  </a:lnTo>
                  <a:lnTo>
                    <a:pt x="3035617" y="1930813"/>
                  </a:lnTo>
                  <a:lnTo>
                    <a:pt x="3079363" y="1916913"/>
                  </a:lnTo>
                  <a:lnTo>
                    <a:pt x="3122736" y="1902191"/>
                  </a:lnTo>
                  <a:lnTo>
                    <a:pt x="3165727" y="1886657"/>
                  </a:lnTo>
                  <a:lnTo>
                    <a:pt x="3208328" y="1870320"/>
                  </a:lnTo>
                  <a:lnTo>
                    <a:pt x="3250529" y="1853190"/>
                  </a:lnTo>
                  <a:lnTo>
                    <a:pt x="3292320" y="1835275"/>
                  </a:lnTo>
                  <a:lnTo>
                    <a:pt x="3333693" y="1816584"/>
                  </a:lnTo>
                  <a:lnTo>
                    <a:pt x="3374639" y="1797127"/>
                  </a:lnTo>
                  <a:lnTo>
                    <a:pt x="3415148" y="1776912"/>
                  </a:lnTo>
                  <a:lnTo>
                    <a:pt x="3455211" y="1755950"/>
                  </a:lnTo>
                  <a:lnTo>
                    <a:pt x="3494820" y="1734249"/>
                  </a:lnTo>
                  <a:lnTo>
                    <a:pt x="3533964" y="1711818"/>
                  </a:lnTo>
                  <a:lnTo>
                    <a:pt x="3572635" y="1688667"/>
                  </a:lnTo>
                  <a:lnTo>
                    <a:pt x="3610823" y="1664804"/>
                  </a:lnTo>
                  <a:lnTo>
                    <a:pt x="3648520" y="1640239"/>
                  </a:lnTo>
                  <a:lnTo>
                    <a:pt x="3685716" y="1614981"/>
                  </a:lnTo>
                  <a:lnTo>
                    <a:pt x="3722402" y="1589040"/>
                  </a:lnTo>
                  <a:lnTo>
                    <a:pt x="3758569" y="1562423"/>
                  </a:lnTo>
                  <a:lnTo>
                    <a:pt x="3794208" y="1535141"/>
                  </a:lnTo>
                  <a:lnTo>
                    <a:pt x="3829310" y="1507202"/>
                  </a:lnTo>
                  <a:lnTo>
                    <a:pt x="3863865" y="1478616"/>
                  </a:lnTo>
                  <a:lnTo>
                    <a:pt x="3897864" y="1449392"/>
                  </a:lnTo>
                  <a:lnTo>
                    <a:pt x="3931298" y="1419539"/>
                  </a:lnTo>
                  <a:lnTo>
                    <a:pt x="3964159" y="1389066"/>
                  </a:lnTo>
                  <a:lnTo>
                    <a:pt x="3996436" y="1357983"/>
                  </a:lnTo>
                  <a:lnTo>
                    <a:pt x="4028121" y="1326298"/>
                  </a:lnTo>
                  <a:lnTo>
                    <a:pt x="4059205" y="1294021"/>
                  </a:lnTo>
                  <a:lnTo>
                    <a:pt x="4089677" y="1261160"/>
                  </a:lnTo>
                  <a:lnTo>
                    <a:pt x="4119530" y="1227726"/>
                  </a:lnTo>
                  <a:lnTo>
                    <a:pt x="4148754" y="1193726"/>
                  </a:lnTo>
                  <a:lnTo>
                    <a:pt x="4177340" y="1159171"/>
                  </a:lnTo>
                  <a:lnTo>
                    <a:pt x="4205279" y="1124070"/>
                  </a:lnTo>
                  <a:lnTo>
                    <a:pt x="4232561" y="1088431"/>
                  </a:lnTo>
                  <a:lnTo>
                    <a:pt x="4259178" y="1052264"/>
                  </a:lnTo>
                  <a:lnTo>
                    <a:pt x="4285120" y="1015578"/>
                  </a:lnTo>
                  <a:lnTo>
                    <a:pt x="4310378" y="978381"/>
                  </a:lnTo>
                  <a:lnTo>
                    <a:pt x="4334943" y="940685"/>
                  </a:lnTo>
                  <a:lnTo>
                    <a:pt x="4358805" y="902496"/>
                  </a:lnTo>
                  <a:lnTo>
                    <a:pt x="4381957" y="863825"/>
                  </a:lnTo>
                  <a:lnTo>
                    <a:pt x="4404388" y="824681"/>
                  </a:lnTo>
                  <a:lnTo>
                    <a:pt x="4426089" y="785073"/>
                  </a:lnTo>
                  <a:lnTo>
                    <a:pt x="4447051" y="745010"/>
                  </a:lnTo>
                  <a:lnTo>
                    <a:pt x="4467265" y="704501"/>
                  </a:lnTo>
                  <a:lnTo>
                    <a:pt x="4486722" y="663555"/>
                  </a:lnTo>
                  <a:lnTo>
                    <a:pt x="4505413" y="622182"/>
                  </a:lnTo>
                  <a:lnTo>
                    <a:pt x="4523328" y="580390"/>
                  </a:lnTo>
                  <a:lnTo>
                    <a:pt x="4540459" y="538190"/>
                  </a:lnTo>
                  <a:lnTo>
                    <a:pt x="4556796" y="495589"/>
                  </a:lnTo>
                  <a:lnTo>
                    <a:pt x="4572329" y="452598"/>
                  </a:lnTo>
                  <a:lnTo>
                    <a:pt x="4587051" y="409224"/>
                  </a:lnTo>
                  <a:lnTo>
                    <a:pt x="4600952" y="365479"/>
                  </a:lnTo>
                  <a:lnTo>
                    <a:pt x="4614022" y="321369"/>
                  </a:lnTo>
                  <a:lnTo>
                    <a:pt x="4626252" y="276906"/>
                  </a:lnTo>
                  <a:lnTo>
                    <a:pt x="4637634" y="232098"/>
                  </a:lnTo>
                  <a:lnTo>
                    <a:pt x="4648157" y="186953"/>
                  </a:lnTo>
                  <a:lnTo>
                    <a:pt x="4657814" y="141482"/>
                  </a:lnTo>
                  <a:lnTo>
                    <a:pt x="4666595" y="95694"/>
                  </a:lnTo>
                  <a:lnTo>
                    <a:pt x="4674490" y="49597"/>
                  </a:lnTo>
                  <a:lnTo>
                    <a:pt x="4681490" y="3200"/>
                  </a:lnTo>
                  <a:lnTo>
                    <a:pt x="4681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69440" y="475995"/>
              <a:ext cx="1440052" cy="2970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5223" y="2727198"/>
            <a:ext cx="361315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50" dirty="0">
                <a:solidFill>
                  <a:srgbClr val="FFFFFF"/>
                </a:solidFill>
                <a:latin typeface="Arial Black"/>
                <a:cs typeface="Arial Black"/>
              </a:rPr>
              <a:t>EASY LEARNING CURVE</a:t>
            </a:r>
            <a:endParaRPr sz="2800" spc="-150" dirty="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91809" y="2380742"/>
            <a:ext cx="5470525" cy="1177290"/>
            <a:chOff x="6091809" y="2380742"/>
            <a:chExt cx="5470525" cy="1177290"/>
          </a:xfrm>
        </p:grpSpPr>
        <p:sp>
          <p:nvSpPr>
            <p:cNvPr id="8" name="object 8"/>
            <p:cNvSpPr/>
            <p:nvPr/>
          </p:nvSpPr>
          <p:spPr>
            <a:xfrm>
              <a:off x="6101080" y="2380742"/>
              <a:ext cx="4656582" cy="27203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07938" y="2679446"/>
              <a:ext cx="5454015" cy="2750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4095" y="2984246"/>
              <a:ext cx="5048377" cy="27063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1809" y="3282950"/>
              <a:ext cx="4766564" cy="27508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pc="-155" dirty="0"/>
              <a:t>25</a:t>
            </a:fld>
            <a:endParaRPr spc="-15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9539" y="0"/>
            <a:ext cx="2749550" cy="1365885"/>
          </a:xfrm>
          <a:custGeom>
            <a:avLst/>
            <a:gdLst/>
            <a:ahLst/>
            <a:cxnLst/>
            <a:rect l="l" t="t" r="r" b="b"/>
            <a:pathLst>
              <a:path w="2749550" h="1365885">
                <a:moveTo>
                  <a:pt x="2749296" y="0"/>
                </a:moveTo>
                <a:lnTo>
                  <a:pt x="0" y="0"/>
                </a:lnTo>
                <a:lnTo>
                  <a:pt x="6565" y="130175"/>
                </a:lnTo>
                <a:lnTo>
                  <a:pt x="12310" y="178336"/>
                </a:lnTo>
                <a:lnTo>
                  <a:pt x="19696" y="225973"/>
                </a:lnTo>
                <a:lnTo>
                  <a:pt x="28696" y="273056"/>
                </a:lnTo>
                <a:lnTo>
                  <a:pt x="39280" y="319556"/>
                </a:lnTo>
                <a:lnTo>
                  <a:pt x="51418" y="365444"/>
                </a:lnTo>
                <a:lnTo>
                  <a:pt x="65081" y="410690"/>
                </a:lnTo>
                <a:lnTo>
                  <a:pt x="80241" y="455266"/>
                </a:lnTo>
                <a:lnTo>
                  <a:pt x="96866" y="499141"/>
                </a:lnTo>
                <a:lnTo>
                  <a:pt x="114929" y="542286"/>
                </a:lnTo>
                <a:lnTo>
                  <a:pt x="134400" y="584672"/>
                </a:lnTo>
                <a:lnTo>
                  <a:pt x="155249" y="626269"/>
                </a:lnTo>
                <a:lnTo>
                  <a:pt x="177447" y="667049"/>
                </a:lnTo>
                <a:lnTo>
                  <a:pt x="200965" y="706982"/>
                </a:lnTo>
                <a:lnTo>
                  <a:pt x="225773" y="746038"/>
                </a:lnTo>
                <a:lnTo>
                  <a:pt x="251842" y="784189"/>
                </a:lnTo>
                <a:lnTo>
                  <a:pt x="279143" y="821404"/>
                </a:lnTo>
                <a:lnTo>
                  <a:pt x="307647" y="857655"/>
                </a:lnTo>
                <a:lnTo>
                  <a:pt x="337323" y="892912"/>
                </a:lnTo>
                <a:lnTo>
                  <a:pt x="368143" y="927146"/>
                </a:lnTo>
                <a:lnTo>
                  <a:pt x="400078" y="960328"/>
                </a:lnTo>
                <a:lnTo>
                  <a:pt x="433097" y="992427"/>
                </a:lnTo>
                <a:lnTo>
                  <a:pt x="467173" y="1023415"/>
                </a:lnTo>
                <a:lnTo>
                  <a:pt x="502274" y="1053263"/>
                </a:lnTo>
                <a:lnTo>
                  <a:pt x="538373" y="1081941"/>
                </a:lnTo>
                <a:lnTo>
                  <a:pt x="575439" y="1109419"/>
                </a:lnTo>
                <a:lnTo>
                  <a:pt x="613444" y="1135669"/>
                </a:lnTo>
                <a:lnTo>
                  <a:pt x="652357" y="1160661"/>
                </a:lnTo>
                <a:lnTo>
                  <a:pt x="692150" y="1184366"/>
                </a:lnTo>
                <a:lnTo>
                  <a:pt x="732793" y="1206754"/>
                </a:lnTo>
                <a:lnTo>
                  <a:pt x="774258" y="1227796"/>
                </a:lnTo>
                <a:lnTo>
                  <a:pt x="816514" y="1247462"/>
                </a:lnTo>
                <a:lnTo>
                  <a:pt x="859532" y="1265724"/>
                </a:lnTo>
                <a:lnTo>
                  <a:pt x="903283" y="1282552"/>
                </a:lnTo>
                <a:lnTo>
                  <a:pt x="947737" y="1297917"/>
                </a:lnTo>
                <a:lnTo>
                  <a:pt x="992866" y="1311789"/>
                </a:lnTo>
                <a:lnTo>
                  <a:pt x="1038640" y="1324138"/>
                </a:lnTo>
                <a:lnTo>
                  <a:pt x="1085029" y="1334937"/>
                </a:lnTo>
                <a:lnTo>
                  <a:pt x="1132005" y="1344154"/>
                </a:lnTo>
                <a:lnTo>
                  <a:pt x="1179537" y="1351762"/>
                </a:lnTo>
                <a:lnTo>
                  <a:pt x="1227597" y="1357730"/>
                </a:lnTo>
                <a:lnTo>
                  <a:pt x="1276155" y="1362029"/>
                </a:lnTo>
                <a:lnTo>
                  <a:pt x="1325181" y="1364630"/>
                </a:lnTo>
                <a:lnTo>
                  <a:pt x="1374648" y="1365503"/>
                </a:lnTo>
                <a:lnTo>
                  <a:pt x="1424110" y="1364630"/>
                </a:lnTo>
                <a:lnTo>
                  <a:pt x="1473133" y="1362029"/>
                </a:lnTo>
                <a:lnTo>
                  <a:pt x="1521687" y="1357730"/>
                </a:lnTo>
                <a:lnTo>
                  <a:pt x="1569744" y="1351762"/>
                </a:lnTo>
                <a:lnTo>
                  <a:pt x="1617274" y="1344154"/>
                </a:lnTo>
                <a:lnTo>
                  <a:pt x="1664247" y="1334937"/>
                </a:lnTo>
                <a:lnTo>
                  <a:pt x="1710635" y="1324138"/>
                </a:lnTo>
                <a:lnTo>
                  <a:pt x="1756407" y="1311789"/>
                </a:lnTo>
                <a:lnTo>
                  <a:pt x="1801535" y="1297917"/>
                </a:lnTo>
                <a:lnTo>
                  <a:pt x="1845989" y="1282552"/>
                </a:lnTo>
                <a:lnTo>
                  <a:pt x="1889739" y="1265724"/>
                </a:lnTo>
                <a:lnTo>
                  <a:pt x="1932757" y="1247462"/>
                </a:lnTo>
                <a:lnTo>
                  <a:pt x="1975013" y="1227796"/>
                </a:lnTo>
                <a:lnTo>
                  <a:pt x="2016477" y="1206754"/>
                </a:lnTo>
                <a:lnTo>
                  <a:pt x="2057121" y="1184366"/>
                </a:lnTo>
                <a:lnTo>
                  <a:pt x="2096915" y="1160661"/>
                </a:lnTo>
                <a:lnTo>
                  <a:pt x="2135829" y="1135669"/>
                </a:lnTo>
                <a:lnTo>
                  <a:pt x="2173834" y="1109419"/>
                </a:lnTo>
                <a:lnTo>
                  <a:pt x="2210901" y="1081941"/>
                </a:lnTo>
                <a:lnTo>
                  <a:pt x="2247000" y="1053263"/>
                </a:lnTo>
                <a:lnTo>
                  <a:pt x="2282103" y="1023415"/>
                </a:lnTo>
                <a:lnTo>
                  <a:pt x="2316179" y="992427"/>
                </a:lnTo>
                <a:lnTo>
                  <a:pt x="2349199" y="960328"/>
                </a:lnTo>
                <a:lnTo>
                  <a:pt x="2381135" y="927146"/>
                </a:lnTo>
                <a:lnTo>
                  <a:pt x="2411956" y="892912"/>
                </a:lnTo>
                <a:lnTo>
                  <a:pt x="2441633" y="857655"/>
                </a:lnTo>
                <a:lnTo>
                  <a:pt x="2470137" y="821404"/>
                </a:lnTo>
                <a:lnTo>
                  <a:pt x="2497439" y="784189"/>
                </a:lnTo>
                <a:lnTo>
                  <a:pt x="2523508" y="746038"/>
                </a:lnTo>
                <a:lnTo>
                  <a:pt x="2548317" y="706982"/>
                </a:lnTo>
                <a:lnTo>
                  <a:pt x="2571834" y="667049"/>
                </a:lnTo>
                <a:lnTo>
                  <a:pt x="2594032" y="626269"/>
                </a:lnTo>
                <a:lnTo>
                  <a:pt x="2614881" y="584672"/>
                </a:lnTo>
                <a:lnTo>
                  <a:pt x="2634351" y="542286"/>
                </a:lnTo>
                <a:lnTo>
                  <a:pt x="2652412" y="499141"/>
                </a:lnTo>
                <a:lnTo>
                  <a:pt x="2669036" y="455266"/>
                </a:lnTo>
                <a:lnTo>
                  <a:pt x="2684194" y="410690"/>
                </a:lnTo>
                <a:lnTo>
                  <a:pt x="2697855" y="365444"/>
                </a:lnTo>
                <a:lnTo>
                  <a:pt x="2709991" y="319556"/>
                </a:lnTo>
                <a:lnTo>
                  <a:pt x="2720572" y="273056"/>
                </a:lnTo>
                <a:lnTo>
                  <a:pt x="2729569" y="225973"/>
                </a:lnTo>
                <a:lnTo>
                  <a:pt x="2736952" y="178336"/>
                </a:lnTo>
                <a:lnTo>
                  <a:pt x="2742692" y="130175"/>
                </a:lnTo>
                <a:lnTo>
                  <a:pt x="2749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4273" y="2905505"/>
            <a:ext cx="3002343" cy="2307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0913" y="3583940"/>
            <a:ext cx="3521075" cy="14497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280"/>
              </a:lnSpc>
              <a:spcBef>
                <a:spcPts val="105"/>
              </a:spcBef>
            </a:pPr>
            <a:r>
              <a:rPr sz="2000" spc="-150" dirty="0">
                <a:latin typeface="Arial Black"/>
                <a:cs typeface="Arial Black"/>
              </a:rPr>
              <a:t>Open the</a:t>
            </a:r>
          </a:p>
          <a:p>
            <a:pPr algn="ctr">
              <a:lnSpc>
                <a:spcPts val="2160"/>
              </a:lnSpc>
            </a:pPr>
            <a:r>
              <a:rPr sz="2000" spc="-150" dirty="0">
                <a:latin typeface="Arial Black"/>
                <a:cs typeface="Arial Black"/>
              </a:rPr>
              <a:t>link </a:t>
            </a:r>
            <a:r>
              <a:rPr sz="2000" u="heavy" dirty="0">
                <a:solidFill>
                  <a:srgbClr val="43C0FF"/>
                </a:solidFill>
                <a:uFill>
                  <a:solidFill>
                    <a:srgbClr val="43C0FF"/>
                  </a:solidFill>
                </a:uFill>
                <a:latin typeface="Arial Black"/>
                <a:cs typeface="Arial Black"/>
              </a:rPr>
              <a:t>https://wordpress.org/down</a:t>
            </a:r>
            <a:endParaRPr sz="2000" dirty="0">
              <a:latin typeface="Arial Black"/>
              <a:cs typeface="Arial Black"/>
            </a:endParaRPr>
          </a:p>
          <a:p>
            <a:pPr marL="1905" algn="ctr">
              <a:lnSpc>
                <a:spcPts val="2280"/>
              </a:lnSpc>
            </a:pPr>
            <a:r>
              <a:rPr sz="2000" u="heavy" dirty="0">
                <a:solidFill>
                  <a:srgbClr val="43C0FF"/>
                </a:solidFill>
                <a:uFill>
                  <a:solidFill>
                    <a:srgbClr val="43C0FF"/>
                  </a:solidFill>
                </a:uFill>
                <a:latin typeface="Arial Black"/>
                <a:cs typeface="Arial Black"/>
                <a:hlinkClick r:id="rId3"/>
              </a:rPr>
              <a:t>load/</a:t>
            </a:r>
            <a:r>
              <a:rPr sz="2000" dirty="0">
                <a:latin typeface="Arial Black"/>
                <a:cs typeface="Arial Black"/>
                <a:hlinkClick r:id="rId3"/>
              </a:rPr>
              <a:t>.</a:t>
            </a:r>
            <a:endParaRPr sz="2000"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41139" y="2905505"/>
            <a:ext cx="3099816" cy="2308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66057" y="3583940"/>
            <a:ext cx="3644265" cy="2537233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3175" algn="ctr">
              <a:lnSpc>
                <a:spcPct val="90000"/>
              </a:lnSpc>
              <a:spcBef>
                <a:spcPts val="345"/>
              </a:spcBef>
            </a:pPr>
            <a:r>
              <a:rPr sz="2000" dirty="0">
                <a:latin typeface="Arial Black"/>
                <a:cs typeface="Arial Black"/>
              </a:rPr>
              <a:t>WordPress requires MySQL  database. So create a new empty  database with user/password (for  example, user as "root" and  password as "root" or else you  can set as per your convenience).</a:t>
            </a:r>
          </a:p>
        </p:txBody>
      </p:sp>
      <p:sp>
        <p:nvSpPr>
          <p:cNvPr id="8" name="object 8"/>
          <p:cNvSpPr/>
          <p:nvPr/>
        </p:nvSpPr>
        <p:spPr>
          <a:xfrm>
            <a:off x="9014332" y="2905505"/>
            <a:ext cx="2065020" cy="2959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50681" y="3583940"/>
            <a:ext cx="3585845" cy="170623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540" algn="ctr">
              <a:lnSpc>
                <a:spcPct val="90000"/>
              </a:lnSpc>
              <a:spcBef>
                <a:spcPts val="345"/>
              </a:spcBef>
            </a:pPr>
            <a:r>
              <a:rPr sz="2000" dirty="0">
                <a:latin typeface="Arial Black"/>
                <a:cs typeface="Arial Black"/>
              </a:rPr>
              <a:t>It's very easy to set up  WordPress into your system. The  following steps describe how to  set up WordPress locally on your  system.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09371" y="313182"/>
            <a:ext cx="15792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520" dirty="0">
                <a:solidFill>
                  <a:srgbClr val="FFFFFF"/>
                </a:solidFill>
                <a:latin typeface="Arial Black"/>
                <a:cs typeface="Arial Black"/>
              </a:rPr>
              <a:t>P</a:t>
            </a:r>
            <a:r>
              <a:rPr sz="3200" b="0" spc="-665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z="3200" b="0" spc="-65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3200" b="0" spc="-885" dirty="0">
                <a:solidFill>
                  <a:srgbClr val="FFFFFF"/>
                </a:solidFill>
                <a:latin typeface="Arial Black"/>
                <a:cs typeface="Arial Black"/>
              </a:rPr>
              <a:t>P</a:t>
            </a:r>
            <a:r>
              <a:rPr sz="3200" b="0" spc="-42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3200" b="0" spc="-665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z="3200" b="0" spc="-71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89297" y="499744"/>
            <a:ext cx="5256498" cy="2957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75403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86571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4340" y="3381755"/>
            <a:ext cx="3383279" cy="18415"/>
          </a:xfrm>
          <a:custGeom>
            <a:avLst/>
            <a:gdLst/>
            <a:ahLst/>
            <a:cxnLst/>
            <a:rect l="l" t="t" r="r" b="b"/>
            <a:pathLst>
              <a:path w="3383279" h="18414">
                <a:moveTo>
                  <a:pt x="3383279" y="0"/>
                </a:moveTo>
                <a:lnTo>
                  <a:pt x="0" y="0"/>
                </a:lnTo>
                <a:lnTo>
                  <a:pt x="0" y="18287"/>
                </a:lnTo>
                <a:lnTo>
                  <a:pt x="3383279" y="18287"/>
                </a:lnTo>
                <a:lnTo>
                  <a:pt x="338327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662664" y="6378764"/>
            <a:ext cx="19050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spc="-160" dirty="0">
                <a:solidFill>
                  <a:srgbClr val="0074AE"/>
                </a:solidFill>
                <a:latin typeface="Arial Black"/>
                <a:cs typeface="Arial Black"/>
              </a:rPr>
              <a:t>34</a:t>
            </a:r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7179" y="3381755"/>
            <a:ext cx="1920239" cy="18415"/>
          </a:xfrm>
          <a:custGeom>
            <a:avLst/>
            <a:gdLst/>
            <a:ahLst/>
            <a:cxnLst/>
            <a:rect l="l" t="t" r="r" b="b"/>
            <a:pathLst>
              <a:path w="1920239" h="18414">
                <a:moveTo>
                  <a:pt x="1920239" y="0"/>
                </a:moveTo>
                <a:lnTo>
                  <a:pt x="0" y="0"/>
                </a:lnTo>
                <a:lnTo>
                  <a:pt x="0" y="18287"/>
                </a:lnTo>
                <a:lnTo>
                  <a:pt x="1920239" y="18287"/>
                </a:lnTo>
                <a:lnTo>
                  <a:pt x="19202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12720" y="3381755"/>
            <a:ext cx="1920239" cy="18415"/>
          </a:xfrm>
          <a:custGeom>
            <a:avLst/>
            <a:gdLst/>
            <a:ahLst/>
            <a:cxnLst/>
            <a:rect l="l" t="t" r="r" b="b"/>
            <a:pathLst>
              <a:path w="1920239" h="18414">
                <a:moveTo>
                  <a:pt x="1920239" y="0"/>
                </a:moveTo>
                <a:lnTo>
                  <a:pt x="0" y="0"/>
                </a:lnTo>
                <a:lnTo>
                  <a:pt x="0" y="18287"/>
                </a:lnTo>
                <a:lnTo>
                  <a:pt x="1920239" y="18287"/>
                </a:lnTo>
                <a:lnTo>
                  <a:pt x="19202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42276" y="3381755"/>
            <a:ext cx="1920239" cy="18415"/>
          </a:xfrm>
          <a:custGeom>
            <a:avLst/>
            <a:gdLst/>
            <a:ahLst/>
            <a:cxnLst/>
            <a:rect l="l" t="t" r="r" b="b"/>
            <a:pathLst>
              <a:path w="1920240" h="18414">
                <a:moveTo>
                  <a:pt x="1920239" y="0"/>
                </a:moveTo>
                <a:lnTo>
                  <a:pt x="0" y="0"/>
                </a:lnTo>
                <a:lnTo>
                  <a:pt x="0" y="18287"/>
                </a:lnTo>
                <a:lnTo>
                  <a:pt x="1920239" y="18287"/>
                </a:lnTo>
                <a:lnTo>
                  <a:pt x="19202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22764" y="2442972"/>
            <a:ext cx="2009139" cy="1021080"/>
            <a:chOff x="9922764" y="2442972"/>
            <a:chExt cx="2009139" cy="1021080"/>
          </a:xfrm>
        </p:grpSpPr>
        <p:sp>
          <p:nvSpPr>
            <p:cNvPr id="7" name="object 7"/>
            <p:cNvSpPr/>
            <p:nvPr/>
          </p:nvSpPr>
          <p:spPr>
            <a:xfrm>
              <a:off x="9957816" y="3381755"/>
              <a:ext cx="1920239" cy="18415"/>
            </a:xfrm>
            <a:custGeom>
              <a:avLst/>
              <a:gdLst/>
              <a:ahLst/>
              <a:cxnLst/>
              <a:rect l="l" t="t" r="r" b="b"/>
              <a:pathLst>
                <a:path w="1920240" h="18414">
                  <a:moveTo>
                    <a:pt x="1920239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920239" y="18287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22764" y="2442972"/>
              <a:ext cx="2008631" cy="10210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5126735" y="3381755"/>
            <a:ext cx="1920239" cy="18415"/>
          </a:xfrm>
          <a:custGeom>
            <a:avLst/>
            <a:gdLst/>
            <a:ahLst/>
            <a:cxnLst/>
            <a:rect l="l" t="t" r="r" b="b"/>
            <a:pathLst>
              <a:path w="1920240" h="18414">
                <a:moveTo>
                  <a:pt x="1920239" y="0"/>
                </a:moveTo>
                <a:lnTo>
                  <a:pt x="0" y="0"/>
                </a:lnTo>
                <a:lnTo>
                  <a:pt x="0" y="18287"/>
                </a:lnTo>
                <a:lnTo>
                  <a:pt x="1920239" y="18287"/>
                </a:lnTo>
                <a:lnTo>
                  <a:pt x="19202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1822" y="3570859"/>
            <a:ext cx="1293939" cy="211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7087" y="3872610"/>
            <a:ext cx="867600" cy="2707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693035" y="3577716"/>
            <a:ext cx="1983739" cy="506095"/>
            <a:chOff x="2693035" y="3577716"/>
            <a:chExt cx="1983739" cy="506095"/>
          </a:xfrm>
        </p:grpSpPr>
        <p:sp>
          <p:nvSpPr>
            <p:cNvPr id="13" name="object 13"/>
            <p:cNvSpPr/>
            <p:nvPr/>
          </p:nvSpPr>
          <p:spPr>
            <a:xfrm>
              <a:off x="2693035" y="3577716"/>
              <a:ext cx="1983359" cy="2651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22702" y="3870070"/>
              <a:ext cx="1694561" cy="21361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3421888" y="4174363"/>
            <a:ext cx="505078" cy="2707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12664" y="3570859"/>
            <a:ext cx="1531239" cy="2110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06390" y="3870071"/>
            <a:ext cx="1362202" cy="2136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84159" y="3578478"/>
            <a:ext cx="1248410" cy="2644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11611" y="3581780"/>
            <a:ext cx="629158" cy="1968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873120" y="444245"/>
            <a:ext cx="6444615" cy="14369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ts val="3650"/>
              </a:lnSpc>
              <a:spcBef>
                <a:spcPts val="105"/>
              </a:spcBef>
            </a:pPr>
            <a:r>
              <a:rPr sz="3200" b="0" dirty="0">
                <a:solidFill>
                  <a:srgbClr val="252525"/>
                </a:solidFill>
                <a:latin typeface="Arial Black"/>
                <a:cs typeface="Arial Black"/>
              </a:rPr>
              <a:t>THE STAGE HAS BEEN SET</a:t>
            </a:r>
            <a:endParaRPr sz="3200" dirty="0">
              <a:latin typeface="Arial Black"/>
              <a:cs typeface="Arial Black"/>
            </a:endParaRPr>
          </a:p>
          <a:p>
            <a:pPr algn="ctr">
              <a:lnSpc>
                <a:spcPts val="3650"/>
              </a:lnSpc>
            </a:pPr>
            <a:r>
              <a:rPr sz="3200" b="0" dirty="0">
                <a:solidFill>
                  <a:srgbClr val="252525"/>
                </a:solidFill>
                <a:latin typeface="Arial Black"/>
                <a:cs typeface="Arial Black"/>
              </a:rPr>
              <a:t>go ahead and follow the basic 8 steps</a:t>
            </a:r>
            <a:endParaRPr sz="3200" dirty="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86310" y="6528444"/>
            <a:ext cx="24130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27</a:t>
            </a:fld>
            <a:endParaRPr sz="12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4220" y="2521077"/>
            <a:ext cx="1827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5" dirty="0">
                <a:latin typeface="Arial"/>
                <a:cs typeface="Arial"/>
              </a:rPr>
              <a:t>Step</a:t>
            </a:r>
            <a:r>
              <a:rPr sz="4800" b="1" spc="-70" dirty="0">
                <a:latin typeface="Arial"/>
                <a:cs typeface="Arial"/>
              </a:rPr>
              <a:t> </a:t>
            </a:r>
            <a:r>
              <a:rPr sz="4800" b="1" spc="-350" dirty="0">
                <a:latin typeface="Arial"/>
                <a:cs typeface="Arial"/>
              </a:rPr>
              <a:t>1</a:t>
            </a:r>
            <a:endParaRPr sz="4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22879" y="2521077"/>
            <a:ext cx="189801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5" dirty="0">
                <a:latin typeface="Arial"/>
                <a:cs typeface="Arial"/>
              </a:rPr>
              <a:t>Step</a:t>
            </a:r>
            <a:r>
              <a:rPr sz="4800" b="1" spc="-70" dirty="0">
                <a:latin typeface="Arial"/>
                <a:cs typeface="Arial"/>
              </a:rPr>
              <a:t> </a:t>
            </a:r>
            <a:r>
              <a:rPr sz="4800" b="1" spc="204" dirty="0">
                <a:latin typeface="Arial"/>
                <a:cs typeface="Arial"/>
              </a:rPr>
              <a:t>2</a:t>
            </a:r>
            <a:endParaRPr sz="4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38165" y="2521077"/>
            <a:ext cx="189801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5" dirty="0">
                <a:latin typeface="Arial"/>
                <a:cs typeface="Arial"/>
              </a:rPr>
              <a:t>Step</a:t>
            </a:r>
            <a:r>
              <a:rPr sz="4800" b="1" spc="-70" dirty="0">
                <a:latin typeface="Arial"/>
                <a:cs typeface="Arial"/>
              </a:rPr>
              <a:t> </a:t>
            </a:r>
            <a:r>
              <a:rPr sz="4800" b="1" spc="204" dirty="0">
                <a:latin typeface="Arial"/>
                <a:cs typeface="Arial"/>
              </a:rPr>
              <a:t>3</a:t>
            </a:r>
            <a:endParaRPr sz="4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47609" y="2521077"/>
            <a:ext cx="19113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5" dirty="0">
                <a:latin typeface="Arial"/>
                <a:cs typeface="Arial"/>
              </a:rPr>
              <a:t>Step</a:t>
            </a:r>
            <a:r>
              <a:rPr sz="4800" b="1" spc="-65" dirty="0">
                <a:latin typeface="Arial"/>
                <a:cs typeface="Arial"/>
              </a:rPr>
              <a:t> </a:t>
            </a:r>
            <a:r>
              <a:rPr sz="4800" b="1" spc="305" dirty="0">
                <a:latin typeface="Arial"/>
                <a:cs typeface="Arial"/>
              </a:rPr>
              <a:t>4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35" y="6377940"/>
            <a:ext cx="1458595" cy="367665"/>
          </a:xfrm>
          <a:custGeom>
            <a:avLst/>
            <a:gdLst/>
            <a:ahLst/>
            <a:cxnLst/>
            <a:rect l="l" t="t" r="r" b="b"/>
            <a:pathLst>
              <a:path w="1458595" h="367665">
                <a:moveTo>
                  <a:pt x="1274826" y="0"/>
                </a:moveTo>
                <a:lnTo>
                  <a:pt x="183642" y="0"/>
                </a:lnTo>
                <a:lnTo>
                  <a:pt x="134822" y="6559"/>
                </a:lnTo>
                <a:lnTo>
                  <a:pt x="90954" y="25072"/>
                </a:lnTo>
                <a:lnTo>
                  <a:pt x="53787" y="53787"/>
                </a:lnTo>
                <a:lnTo>
                  <a:pt x="25072" y="90954"/>
                </a:lnTo>
                <a:lnTo>
                  <a:pt x="6559" y="134822"/>
                </a:lnTo>
                <a:lnTo>
                  <a:pt x="0" y="183642"/>
                </a:lnTo>
                <a:lnTo>
                  <a:pt x="6559" y="232461"/>
                </a:lnTo>
                <a:lnTo>
                  <a:pt x="25072" y="276329"/>
                </a:lnTo>
                <a:lnTo>
                  <a:pt x="53787" y="313496"/>
                </a:lnTo>
                <a:lnTo>
                  <a:pt x="90954" y="342211"/>
                </a:lnTo>
                <a:lnTo>
                  <a:pt x="134822" y="360724"/>
                </a:lnTo>
                <a:lnTo>
                  <a:pt x="183642" y="367284"/>
                </a:lnTo>
                <a:lnTo>
                  <a:pt x="1274826" y="367284"/>
                </a:lnTo>
                <a:lnTo>
                  <a:pt x="1323662" y="360724"/>
                </a:lnTo>
                <a:lnTo>
                  <a:pt x="1367536" y="342211"/>
                </a:lnTo>
                <a:lnTo>
                  <a:pt x="1404699" y="313496"/>
                </a:lnTo>
                <a:lnTo>
                  <a:pt x="1433406" y="276329"/>
                </a:lnTo>
                <a:lnTo>
                  <a:pt x="1451911" y="232461"/>
                </a:lnTo>
                <a:lnTo>
                  <a:pt x="1458468" y="183642"/>
                </a:lnTo>
                <a:lnTo>
                  <a:pt x="1451911" y="134822"/>
                </a:lnTo>
                <a:lnTo>
                  <a:pt x="1433406" y="90954"/>
                </a:lnTo>
                <a:lnTo>
                  <a:pt x="1404699" y="53787"/>
                </a:lnTo>
                <a:lnTo>
                  <a:pt x="1367536" y="25072"/>
                </a:lnTo>
                <a:lnTo>
                  <a:pt x="1323662" y="6559"/>
                </a:lnTo>
                <a:lnTo>
                  <a:pt x="1274826" y="0"/>
                </a:lnTo>
                <a:close/>
              </a:path>
            </a:pathLst>
          </a:custGeom>
          <a:solidFill>
            <a:srgbClr val="0045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7179" y="3381755"/>
            <a:ext cx="1920239" cy="18415"/>
          </a:xfrm>
          <a:custGeom>
            <a:avLst/>
            <a:gdLst/>
            <a:ahLst/>
            <a:cxnLst/>
            <a:rect l="l" t="t" r="r" b="b"/>
            <a:pathLst>
              <a:path w="1920239" h="18414">
                <a:moveTo>
                  <a:pt x="1920239" y="0"/>
                </a:moveTo>
                <a:lnTo>
                  <a:pt x="0" y="0"/>
                </a:lnTo>
                <a:lnTo>
                  <a:pt x="0" y="18287"/>
                </a:lnTo>
                <a:lnTo>
                  <a:pt x="1920239" y="18287"/>
                </a:lnTo>
                <a:lnTo>
                  <a:pt x="19202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12720" y="3381755"/>
            <a:ext cx="1920239" cy="18415"/>
          </a:xfrm>
          <a:custGeom>
            <a:avLst/>
            <a:gdLst/>
            <a:ahLst/>
            <a:cxnLst/>
            <a:rect l="l" t="t" r="r" b="b"/>
            <a:pathLst>
              <a:path w="1920239" h="18414">
                <a:moveTo>
                  <a:pt x="1920239" y="0"/>
                </a:moveTo>
                <a:lnTo>
                  <a:pt x="0" y="0"/>
                </a:lnTo>
                <a:lnTo>
                  <a:pt x="0" y="18287"/>
                </a:lnTo>
                <a:lnTo>
                  <a:pt x="1920239" y="18287"/>
                </a:lnTo>
                <a:lnTo>
                  <a:pt x="19202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42276" y="3381755"/>
            <a:ext cx="1920239" cy="18415"/>
          </a:xfrm>
          <a:custGeom>
            <a:avLst/>
            <a:gdLst/>
            <a:ahLst/>
            <a:cxnLst/>
            <a:rect l="l" t="t" r="r" b="b"/>
            <a:pathLst>
              <a:path w="1920240" h="18414">
                <a:moveTo>
                  <a:pt x="1920239" y="0"/>
                </a:moveTo>
                <a:lnTo>
                  <a:pt x="0" y="0"/>
                </a:lnTo>
                <a:lnTo>
                  <a:pt x="0" y="18287"/>
                </a:lnTo>
                <a:lnTo>
                  <a:pt x="1920239" y="18287"/>
                </a:lnTo>
                <a:lnTo>
                  <a:pt x="19202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57816" y="2627122"/>
            <a:ext cx="1920239" cy="773430"/>
            <a:chOff x="9957816" y="2627122"/>
            <a:chExt cx="1920239" cy="773430"/>
          </a:xfrm>
        </p:grpSpPr>
        <p:sp>
          <p:nvSpPr>
            <p:cNvPr id="7" name="object 7"/>
            <p:cNvSpPr/>
            <p:nvPr/>
          </p:nvSpPr>
          <p:spPr>
            <a:xfrm>
              <a:off x="9957816" y="3381755"/>
              <a:ext cx="1920239" cy="18415"/>
            </a:xfrm>
            <a:custGeom>
              <a:avLst/>
              <a:gdLst/>
              <a:ahLst/>
              <a:cxnLst/>
              <a:rect l="l" t="t" r="r" b="b"/>
              <a:pathLst>
                <a:path w="1920240" h="18414">
                  <a:moveTo>
                    <a:pt x="1920239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1920239" y="18287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92004" y="2633472"/>
              <a:ext cx="1555750" cy="701040"/>
            </a:xfrm>
            <a:custGeom>
              <a:avLst/>
              <a:gdLst/>
              <a:ahLst/>
              <a:cxnLst/>
              <a:rect l="l" t="t" r="r" b="b"/>
              <a:pathLst>
                <a:path w="1555750" h="701039">
                  <a:moveTo>
                    <a:pt x="1555623" y="0"/>
                  </a:moveTo>
                  <a:lnTo>
                    <a:pt x="0" y="0"/>
                  </a:lnTo>
                  <a:lnTo>
                    <a:pt x="0" y="701039"/>
                  </a:lnTo>
                  <a:lnTo>
                    <a:pt x="1555623" y="701039"/>
                  </a:lnTo>
                  <a:lnTo>
                    <a:pt x="1555623" y="0"/>
                  </a:lnTo>
                  <a:close/>
                </a:path>
              </a:pathLst>
            </a:custGeom>
            <a:solidFill>
              <a:srgbClr val="75D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92004" y="2627122"/>
              <a:ext cx="1555750" cy="726440"/>
            </a:xfrm>
            <a:custGeom>
              <a:avLst/>
              <a:gdLst/>
              <a:ahLst/>
              <a:cxnLst/>
              <a:rect l="l" t="t" r="r" b="b"/>
              <a:pathLst>
                <a:path w="1555750" h="726439">
                  <a:moveTo>
                    <a:pt x="0" y="0"/>
                  </a:moveTo>
                  <a:lnTo>
                    <a:pt x="0" y="726439"/>
                  </a:lnTo>
                </a:path>
                <a:path w="1555750" h="726439">
                  <a:moveTo>
                    <a:pt x="1555623" y="0"/>
                  </a:moveTo>
                  <a:lnTo>
                    <a:pt x="1555623" y="7264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85654" y="2627122"/>
              <a:ext cx="1568450" cy="12700"/>
            </a:xfrm>
            <a:custGeom>
              <a:avLst/>
              <a:gdLst/>
              <a:ahLst/>
              <a:cxnLst/>
              <a:rect l="l" t="t" r="r" b="b"/>
              <a:pathLst>
                <a:path w="1568450" h="12700">
                  <a:moveTo>
                    <a:pt x="0" y="12700"/>
                  </a:moveTo>
                  <a:lnTo>
                    <a:pt x="1568323" y="12700"/>
                  </a:lnTo>
                  <a:lnTo>
                    <a:pt x="1568323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85654" y="3334512"/>
              <a:ext cx="1568450" cy="0"/>
            </a:xfrm>
            <a:custGeom>
              <a:avLst/>
              <a:gdLst/>
              <a:ahLst/>
              <a:cxnLst/>
              <a:rect l="l" t="t" r="r" b="b"/>
              <a:pathLst>
                <a:path w="1568450">
                  <a:moveTo>
                    <a:pt x="0" y="0"/>
                  </a:moveTo>
                  <a:lnTo>
                    <a:pt x="156832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5126735" y="3381755"/>
            <a:ext cx="1920239" cy="18415"/>
          </a:xfrm>
          <a:custGeom>
            <a:avLst/>
            <a:gdLst/>
            <a:ahLst/>
            <a:cxnLst/>
            <a:rect l="l" t="t" r="r" b="b"/>
            <a:pathLst>
              <a:path w="1920240" h="18414">
                <a:moveTo>
                  <a:pt x="1920239" y="0"/>
                </a:moveTo>
                <a:lnTo>
                  <a:pt x="0" y="0"/>
                </a:lnTo>
                <a:lnTo>
                  <a:pt x="0" y="18287"/>
                </a:lnTo>
                <a:lnTo>
                  <a:pt x="1920239" y="18287"/>
                </a:lnTo>
                <a:lnTo>
                  <a:pt x="192023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4733" y="3568319"/>
            <a:ext cx="1540789" cy="213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19907" y="3570859"/>
            <a:ext cx="1701927" cy="2110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01158" y="3578478"/>
            <a:ext cx="1773173" cy="2035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91357" y="3870071"/>
            <a:ext cx="1362329" cy="2136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92007" y="3577716"/>
            <a:ext cx="628903" cy="2651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73120" y="444245"/>
            <a:ext cx="6444615" cy="14369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ts val="3650"/>
              </a:lnSpc>
              <a:spcBef>
                <a:spcPts val="105"/>
              </a:spcBef>
            </a:pPr>
            <a:r>
              <a:rPr sz="3200" spc="-150" dirty="0">
                <a:solidFill>
                  <a:srgbClr val="252525"/>
                </a:solidFill>
                <a:latin typeface="Arial Black"/>
                <a:cs typeface="Arial Black"/>
              </a:rPr>
              <a:t>THE STAGE HAS BEEN SET</a:t>
            </a:r>
            <a:endParaRPr sz="3200" spc="-150" dirty="0">
              <a:latin typeface="Arial Black"/>
              <a:cs typeface="Arial Black"/>
            </a:endParaRPr>
          </a:p>
          <a:p>
            <a:pPr algn="ctr">
              <a:lnSpc>
                <a:spcPts val="3650"/>
              </a:lnSpc>
            </a:pPr>
            <a:r>
              <a:rPr sz="3200" spc="-150" dirty="0">
                <a:solidFill>
                  <a:srgbClr val="252525"/>
                </a:solidFill>
                <a:latin typeface="Arial Black"/>
                <a:cs typeface="Arial Black"/>
              </a:rPr>
              <a:t>go ahead and follow the basic 8 steps</a:t>
            </a:r>
            <a:endParaRPr sz="3200" spc="-150" dirty="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07644" y="2521077"/>
            <a:ext cx="189801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25" dirty="0">
                <a:solidFill>
                  <a:srgbClr val="000000"/>
                </a:solidFill>
              </a:rPr>
              <a:t>Step</a:t>
            </a:r>
            <a:r>
              <a:rPr sz="4800" spc="-70" dirty="0">
                <a:solidFill>
                  <a:srgbClr val="000000"/>
                </a:solidFill>
              </a:rPr>
              <a:t> </a:t>
            </a:r>
            <a:r>
              <a:rPr sz="4800" spc="204" dirty="0">
                <a:solidFill>
                  <a:srgbClr val="000000"/>
                </a:solidFill>
              </a:rPr>
              <a:t>5</a:t>
            </a:r>
            <a:endParaRPr sz="4800"/>
          </a:p>
        </p:txBody>
      </p:sp>
      <p:sp>
        <p:nvSpPr>
          <p:cNvPr id="20" name="object 20"/>
          <p:cNvSpPr txBox="1"/>
          <p:nvPr/>
        </p:nvSpPr>
        <p:spPr>
          <a:xfrm>
            <a:off x="2722879" y="2521077"/>
            <a:ext cx="189801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5" dirty="0">
                <a:latin typeface="Arial"/>
                <a:cs typeface="Arial"/>
              </a:rPr>
              <a:t>Step</a:t>
            </a:r>
            <a:r>
              <a:rPr sz="4800" b="1" spc="-70" dirty="0">
                <a:latin typeface="Arial"/>
                <a:cs typeface="Arial"/>
              </a:rPr>
              <a:t> </a:t>
            </a:r>
            <a:r>
              <a:rPr sz="4800" b="1" spc="204" dirty="0">
                <a:latin typeface="Arial"/>
                <a:cs typeface="Arial"/>
              </a:rPr>
              <a:t>6</a:t>
            </a:r>
            <a:endParaRPr sz="4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38165" y="2521077"/>
            <a:ext cx="189801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5" dirty="0">
                <a:latin typeface="Arial"/>
                <a:cs typeface="Arial"/>
              </a:rPr>
              <a:t>Step</a:t>
            </a:r>
            <a:r>
              <a:rPr sz="4800" b="1" spc="-70" dirty="0">
                <a:latin typeface="Arial"/>
                <a:cs typeface="Arial"/>
              </a:rPr>
              <a:t> </a:t>
            </a:r>
            <a:r>
              <a:rPr sz="4800" b="1" spc="204" dirty="0">
                <a:latin typeface="Arial"/>
                <a:cs typeface="Arial"/>
              </a:rPr>
              <a:t>7</a:t>
            </a:r>
            <a:endParaRPr sz="4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53706" y="2521077"/>
            <a:ext cx="189801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25" dirty="0">
                <a:latin typeface="Arial"/>
                <a:cs typeface="Arial"/>
              </a:rPr>
              <a:t>Step</a:t>
            </a:r>
            <a:r>
              <a:rPr sz="4800" b="1" spc="-70" dirty="0">
                <a:latin typeface="Arial"/>
                <a:cs typeface="Arial"/>
              </a:rPr>
              <a:t> </a:t>
            </a:r>
            <a:r>
              <a:rPr sz="4800" b="1" spc="204" dirty="0">
                <a:latin typeface="Arial"/>
                <a:cs typeface="Arial"/>
              </a:rPr>
              <a:t>8</a:t>
            </a:r>
            <a:endParaRPr sz="4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98354" y="2654935"/>
            <a:ext cx="1543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95"/>
              </a:spcBef>
            </a:pPr>
            <a:r>
              <a:rPr sz="4000" b="1" spc="-80" dirty="0">
                <a:solidFill>
                  <a:srgbClr val="FFFFFF"/>
                </a:solidFill>
                <a:latin typeface="Arial"/>
                <a:cs typeface="Arial"/>
              </a:rPr>
              <a:t>END</a:t>
            </a:r>
            <a:endParaRPr sz="4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751380" y="3565104"/>
            <a:ext cx="543760" cy="6879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886310" y="6528444"/>
            <a:ext cx="241300" cy="2286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5"/>
              </a:spcBef>
            </a:pPr>
            <a:fld id="{81D60167-4931-47E6-BA6A-407CBD079E47}" type="slidenum"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28</a:t>
            </a:fld>
            <a:endParaRPr sz="120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6582" y="351790"/>
            <a:ext cx="3575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95" dirty="0"/>
              <a:t>1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2161539" y="3544696"/>
            <a:ext cx="1793621" cy="320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8513" y="4445889"/>
            <a:ext cx="5594985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065" marR="5080" algn="ctr">
              <a:lnSpc>
                <a:spcPct val="90100"/>
              </a:lnSpc>
              <a:spcBef>
                <a:spcPts val="385"/>
              </a:spcBef>
            </a:pPr>
            <a:r>
              <a:rPr sz="2400" spc="-150" dirty="0">
                <a:solidFill>
                  <a:srgbClr val="252525"/>
                </a:solidFill>
                <a:latin typeface="Arial Black"/>
                <a:cs typeface="Arial Black"/>
              </a:rPr>
              <a:t>Extract the downloaded WordPress folder  and upload it into your web server or  localhost.</a:t>
            </a:r>
            <a:endParaRPr sz="2400" spc="-15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7432" y="1651635"/>
            <a:ext cx="3505327" cy="4434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29528" y="0"/>
            <a:ext cx="6062471" cy="68564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92364" y="3535934"/>
            <a:ext cx="2323972" cy="3309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40500" y="4442586"/>
            <a:ext cx="520509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065" marR="5080" indent="635" algn="ctr">
              <a:lnSpc>
                <a:spcPct val="90000"/>
              </a:lnSpc>
              <a:spcBef>
                <a:spcPts val="385"/>
              </a:spcBef>
            </a:pPr>
            <a:r>
              <a:rPr sz="2400" spc="-150" dirty="0">
                <a:solidFill>
                  <a:srgbClr val="252525"/>
                </a:solidFill>
                <a:latin typeface="Arial Black"/>
                <a:cs typeface="Arial Black"/>
              </a:rPr>
              <a:t>In our case, the path is </a:t>
            </a:r>
            <a:r>
              <a:rPr sz="2400" b="1" spc="-150" dirty="0">
                <a:solidFill>
                  <a:srgbClr val="252525"/>
                </a:solidFill>
                <a:latin typeface="Arial"/>
                <a:cs typeface="Arial"/>
              </a:rPr>
              <a:t>localhost/&lt;  Your_wordpress_folder &gt;</a:t>
            </a:r>
            <a:r>
              <a:rPr sz="2400" spc="-150" dirty="0">
                <a:solidFill>
                  <a:srgbClr val="252525"/>
                </a:solidFill>
                <a:latin typeface="Arial Black"/>
                <a:cs typeface="Arial Black"/>
              </a:rPr>
              <a:t>. Select your  language for the WordPress and click  on </a:t>
            </a:r>
            <a:r>
              <a:rPr sz="2400" b="1" spc="-150" dirty="0">
                <a:solidFill>
                  <a:srgbClr val="252525"/>
                </a:solidFill>
                <a:latin typeface="Arial"/>
                <a:cs typeface="Arial"/>
              </a:rPr>
              <a:t>Continue</a:t>
            </a:r>
            <a:r>
              <a:rPr sz="2400" spc="-55" dirty="0">
                <a:solidFill>
                  <a:srgbClr val="252525"/>
                </a:solidFill>
                <a:latin typeface="Arial Black"/>
                <a:cs typeface="Arial Black"/>
              </a:rPr>
              <a:t>.</a:t>
            </a:r>
            <a:endParaRPr sz="2400" dirty="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09511" y="1651635"/>
            <a:ext cx="5288280" cy="937260"/>
            <a:chOff x="6509511" y="1651635"/>
            <a:chExt cx="5288280" cy="937260"/>
          </a:xfrm>
        </p:grpSpPr>
        <p:sp>
          <p:nvSpPr>
            <p:cNvPr id="5" name="object 5"/>
            <p:cNvSpPr/>
            <p:nvPr/>
          </p:nvSpPr>
          <p:spPr>
            <a:xfrm>
              <a:off x="6509511" y="1651635"/>
              <a:ext cx="5288153" cy="4457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4285" y="2141855"/>
              <a:ext cx="1490980" cy="4470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926194" y="351790"/>
            <a:ext cx="43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2</a:t>
            </a:r>
            <a:endParaRPr sz="5400"/>
          </a:p>
        </p:txBody>
      </p:sp>
      <p:sp>
        <p:nvSpPr>
          <p:cNvPr id="8" name="object 8"/>
          <p:cNvSpPr txBox="1"/>
          <p:nvPr/>
        </p:nvSpPr>
        <p:spPr>
          <a:xfrm>
            <a:off x="11924156" y="6560007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39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6094476" cy="68564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80759" y="0"/>
            <a:ext cx="6109716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4885" y="351790"/>
            <a:ext cx="43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3</a:t>
            </a:r>
            <a:endParaRPr sz="5400"/>
          </a:p>
        </p:txBody>
      </p:sp>
      <p:sp>
        <p:nvSpPr>
          <p:cNvPr id="4" name="object 4"/>
          <p:cNvSpPr/>
          <p:nvPr/>
        </p:nvSpPr>
        <p:spPr>
          <a:xfrm>
            <a:off x="2732913" y="3544696"/>
            <a:ext cx="1102487" cy="3201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5764" y="4355972"/>
            <a:ext cx="5556250" cy="181139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algn="ctr">
              <a:lnSpc>
                <a:spcPts val="2590"/>
              </a:lnSpc>
              <a:spcBef>
                <a:spcPts val="425"/>
              </a:spcBef>
            </a:pPr>
            <a:r>
              <a:rPr sz="2400" spc="-150" dirty="0">
                <a:solidFill>
                  <a:srgbClr val="252525"/>
                </a:solidFill>
                <a:latin typeface="Arial Black"/>
                <a:cs typeface="Arial Black"/>
              </a:rPr>
              <a:t>In this step, you can view the information  needed for the database before  proceeding with WordPress installation</a:t>
            </a:r>
            <a:endParaRPr sz="2400" spc="-150" dirty="0">
              <a:latin typeface="Arial Black"/>
              <a:cs typeface="Arial Black"/>
            </a:endParaRPr>
          </a:p>
          <a:p>
            <a:pPr marL="3175" algn="ctr">
              <a:lnSpc>
                <a:spcPct val="100000"/>
              </a:lnSpc>
              <a:spcBef>
                <a:spcPts val="944"/>
              </a:spcBef>
            </a:pPr>
            <a:r>
              <a:rPr sz="2000" b="1" spc="-150" dirty="0">
                <a:latin typeface="Arial"/>
                <a:cs typeface="Arial"/>
              </a:rPr>
              <a:t>Click on Let’s go!</a:t>
            </a:r>
            <a:endParaRPr sz="2000" spc="-1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0176" y="1648079"/>
            <a:ext cx="4859197" cy="347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9528" y="0"/>
            <a:ext cx="6062472" cy="6856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2541" y="3539363"/>
            <a:ext cx="3043936" cy="3308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4505" y="4355972"/>
            <a:ext cx="5758180" cy="229101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-635" algn="ctr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solidFill>
                  <a:srgbClr val="585858"/>
                </a:solidFill>
                <a:latin typeface="Arial Black"/>
                <a:cs typeface="Arial Black"/>
              </a:rPr>
              <a:t>Here, you have to enter the information  about the MySQL database as described in  the following screen.</a:t>
            </a:r>
            <a:endParaRPr sz="24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 dirty="0">
              <a:latin typeface="Arial Black"/>
              <a:cs typeface="Arial Black"/>
            </a:endParaRPr>
          </a:p>
          <a:p>
            <a:pPr marL="151130" marR="144145" algn="ctr">
              <a:lnSpc>
                <a:spcPts val="2160"/>
              </a:lnSpc>
            </a:pPr>
            <a:r>
              <a:rPr sz="2000" b="1" spc="35" dirty="0">
                <a:solidFill>
                  <a:srgbClr val="252525"/>
                </a:solidFill>
                <a:latin typeface="Arial"/>
                <a:cs typeface="Arial"/>
              </a:rPr>
              <a:t>After </a:t>
            </a:r>
            <a:r>
              <a:rPr sz="2000" b="1" spc="15" dirty="0">
                <a:solidFill>
                  <a:srgbClr val="252525"/>
                </a:solidFill>
                <a:latin typeface="Arial"/>
                <a:cs typeface="Arial"/>
              </a:rPr>
              <a:t>filling </a:t>
            </a:r>
            <a:r>
              <a:rPr sz="2000" b="1" spc="-10" dirty="0">
                <a:solidFill>
                  <a:srgbClr val="252525"/>
                </a:solidFill>
                <a:latin typeface="Arial"/>
                <a:cs typeface="Arial"/>
              </a:rPr>
              <a:t>all </a:t>
            </a:r>
            <a:r>
              <a:rPr sz="2000" b="1" spc="15" dirty="0">
                <a:solidFill>
                  <a:srgbClr val="252525"/>
                </a:solidFill>
                <a:latin typeface="Arial"/>
                <a:cs typeface="Arial"/>
              </a:rPr>
              <a:t>information, </a:t>
            </a:r>
            <a:r>
              <a:rPr sz="2000" b="1" spc="-60" dirty="0">
                <a:solidFill>
                  <a:srgbClr val="252525"/>
                </a:solidFill>
                <a:latin typeface="Arial"/>
                <a:cs typeface="Arial"/>
              </a:rPr>
              <a:t>click </a:t>
            </a:r>
            <a:r>
              <a:rPr sz="2000" b="1" spc="-10" dirty="0">
                <a:solidFill>
                  <a:srgbClr val="252525"/>
                </a:solidFill>
                <a:latin typeface="Arial"/>
                <a:cs typeface="Arial"/>
              </a:rPr>
              <a:t>on</a:t>
            </a:r>
            <a:r>
              <a:rPr sz="2000" b="1" spc="-7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Arial"/>
                <a:cs typeface="Arial"/>
              </a:rPr>
              <a:t>“Submit”  </a:t>
            </a:r>
            <a:r>
              <a:rPr sz="2000" b="1" spc="25" dirty="0">
                <a:solidFill>
                  <a:srgbClr val="252525"/>
                </a:solidFill>
                <a:latin typeface="Arial"/>
                <a:cs typeface="Arial"/>
              </a:rPr>
              <a:t>button.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39339" y="351790"/>
            <a:ext cx="4514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45" dirty="0"/>
              <a:t>4</a:t>
            </a:r>
            <a:endParaRPr sz="5400"/>
          </a:p>
        </p:txBody>
      </p:sp>
      <p:sp>
        <p:nvSpPr>
          <p:cNvPr id="6" name="object 6"/>
          <p:cNvSpPr/>
          <p:nvPr/>
        </p:nvSpPr>
        <p:spPr>
          <a:xfrm>
            <a:off x="1053553" y="1651635"/>
            <a:ext cx="4030256" cy="3439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4476" cy="6856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1368" y="6560007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42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00647" y="3395853"/>
            <a:ext cx="5886450" cy="3073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3600" b="1" spc="-45" dirty="0">
                <a:solidFill>
                  <a:srgbClr val="0074AE"/>
                </a:solidFill>
                <a:latin typeface="Trebuchet MS"/>
                <a:cs typeface="Trebuchet MS"/>
              </a:rPr>
              <a:t>INSTALL</a:t>
            </a:r>
            <a:endParaRPr sz="3600" dirty="0">
              <a:latin typeface="Trebuchet MS"/>
              <a:cs typeface="Trebuchet MS"/>
            </a:endParaRPr>
          </a:p>
          <a:p>
            <a:pPr marL="12700" marR="5080" indent="635" algn="ctr">
              <a:lnSpc>
                <a:spcPct val="90100"/>
              </a:lnSpc>
              <a:spcBef>
                <a:spcPts val="4230"/>
              </a:spcBef>
            </a:pPr>
            <a:r>
              <a:rPr sz="2400" dirty="0">
                <a:solidFill>
                  <a:srgbClr val="252525"/>
                </a:solidFill>
                <a:latin typeface="Arial Black"/>
                <a:cs typeface="Arial Black"/>
              </a:rPr>
              <a:t>WordPress checks the database setting and  gives you the confirmation screen as shown  in the following snapshot.</a:t>
            </a:r>
            <a:endParaRPr sz="2400" dirty="0">
              <a:latin typeface="Arial Black"/>
              <a:cs typeface="Arial Black"/>
            </a:endParaRPr>
          </a:p>
          <a:p>
            <a:pPr marL="1270" algn="ctr">
              <a:lnSpc>
                <a:spcPct val="100000"/>
              </a:lnSpc>
              <a:spcBef>
                <a:spcPts val="2115"/>
              </a:spcBef>
            </a:pPr>
            <a:r>
              <a:rPr sz="2400" dirty="0">
                <a:solidFill>
                  <a:srgbClr val="252525"/>
                </a:solidFill>
                <a:latin typeface="Arial Black"/>
                <a:cs typeface="Arial Black"/>
              </a:rPr>
              <a:t>Click on Run the Install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55966" y="1648079"/>
            <a:ext cx="2431541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714993" y="351790"/>
            <a:ext cx="43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5</a:t>
            </a:r>
            <a:endParaRPr sz="5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2500" y="3539363"/>
            <a:ext cx="1705228" cy="330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2729" y="4355972"/>
            <a:ext cx="5223510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50" dirty="0">
                <a:solidFill>
                  <a:srgbClr val="585858"/>
                </a:solidFill>
                <a:latin typeface="Arial Black"/>
                <a:cs typeface="Arial Black"/>
              </a:rPr>
              <a:t>Enter administrative information.</a:t>
            </a:r>
            <a:endParaRPr sz="2400" spc="-150" dirty="0">
              <a:latin typeface="Arial Black"/>
              <a:cs typeface="Arial Black"/>
            </a:endParaRPr>
          </a:p>
          <a:p>
            <a:pPr algn="ctr">
              <a:lnSpc>
                <a:spcPts val="2280"/>
              </a:lnSpc>
              <a:spcBef>
                <a:spcPts val="2870"/>
              </a:spcBef>
            </a:pPr>
            <a:r>
              <a:rPr sz="2000" b="1" spc="35" dirty="0">
                <a:solidFill>
                  <a:srgbClr val="252525"/>
                </a:solidFill>
                <a:latin typeface="Arial"/>
                <a:cs typeface="Arial"/>
              </a:rPr>
              <a:t>After </a:t>
            </a:r>
            <a:r>
              <a:rPr sz="2000" b="1" spc="15" dirty="0">
                <a:solidFill>
                  <a:srgbClr val="252525"/>
                </a:solidFill>
                <a:latin typeface="Arial"/>
                <a:cs typeface="Arial"/>
              </a:rPr>
              <a:t>filling </a:t>
            </a:r>
            <a:r>
              <a:rPr sz="2000" b="1" spc="-5" dirty="0">
                <a:solidFill>
                  <a:srgbClr val="252525"/>
                </a:solidFill>
                <a:latin typeface="Arial"/>
                <a:cs typeface="Arial"/>
              </a:rPr>
              <a:t>all </a:t>
            </a:r>
            <a:r>
              <a:rPr sz="2000" b="1" spc="15" dirty="0">
                <a:solidFill>
                  <a:srgbClr val="252525"/>
                </a:solidFill>
                <a:latin typeface="Arial"/>
                <a:cs typeface="Arial"/>
              </a:rPr>
              <a:t>information, </a:t>
            </a:r>
            <a:r>
              <a:rPr sz="2000" b="1" spc="-60" dirty="0">
                <a:solidFill>
                  <a:srgbClr val="252525"/>
                </a:solidFill>
                <a:latin typeface="Arial"/>
                <a:cs typeface="Arial"/>
              </a:rPr>
              <a:t>click </a:t>
            </a:r>
            <a:r>
              <a:rPr sz="2000" b="1" spc="-5" dirty="0">
                <a:solidFill>
                  <a:srgbClr val="252525"/>
                </a:solidFill>
                <a:latin typeface="Arial"/>
                <a:cs typeface="Arial"/>
              </a:rPr>
              <a:t>on</a:t>
            </a:r>
            <a:r>
              <a:rPr sz="2000" b="1" spc="-8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000" b="1" spc="-15" dirty="0">
                <a:solidFill>
                  <a:srgbClr val="252525"/>
                </a:solidFill>
                <a:latin typeface="Arial"/>
                <a:cs typeface="Arial"/>
              </a:rPr>
              <a:t>“Install</a:t>
            </a:r>
            <a:endParaRPr sz="2000" dirty="0">
              <a:latin typeface="Arial"/>
              <a:cs typeface="Arial"/>
            </a:endParaRPr>
          </a:p>
          <a:p>
            <a:pPr marL="635" algn="ctr">
              <a:lnSpc>
                <a:spcPts val="2280"/>
              </a:lnSpc>
            </a:pPr>
            <a:r>
              <a:rPr sz="2000" b="1" spc="-55" dirty="0">
                <a:solidFill>
                  <a:srgbClr val="252525"/>
                </a:solidFill>
                <a:latin typeface="Arial"/>
                <a:cs typeface="Arial"/>
              </a:rPr>
              <a:t>WordPress”</a:t>
            </a:r>
            <a:r>
              <a:rPr sz="2000" b="1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000" b="1" spc="25" dirty="0">
                <a:solidFill>
                  <a:srgbClr val="252525"/>
                </a:solidFill>
                <a:latin typeface="Arial"/>
                <a:cs typeface="Arial"/>
              </a:rPr>
              <a:t>button.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46958" y="351790"/>
            <a:ext cx="43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6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553237" y="1648079"/>
            <a:ext cx="5003012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29528" y="0"/>
            <a:ext cx="6062471" cy="68564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3983"/>
            <a:ext cx="7743444" cy="5748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961368" y="6560007"/>
            <a:ext cx="19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5" dirty="0">
                <a:solidFill>
                  <a:srgbClr val="0074AE"/>
                </a:solidFill>
                <a:latin typeface="Arial Black"/>
                <a:cs typeface="Arial Black"/>
              </a:rPr>
              <a:t>44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61858" y="3395853"/>
            <a:ext cx="4298950" cy="27674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74AE"/>
                </a:solidFill>
                <a:latin typeface="Trebuchet MS"/>
                <a:cs typeface="Trebuchet MS"/>
              </a:rPr>
              <a:t>SUCCESS!</a:t>
            </a:r>
            <a:endParaRPr sz="3600" dirty="0">
              <a:latin typeface="Trebuchet MS"/>
              <a:cs typeface="Trebuchet MS"/>
            </a:endParaRPr>
          </a:p>
          <a:p>
            <a:pPr marL="12700" marR="5080" indent="-635" algn="ctr">
              <a:lnSpc>
                <a:spcPct val="90000"/>
              </a:lnSpc>
              <a:spcBef>
                <a:spcPts val="4235"/>
              </a:spcBef>
            </a:pPr>
            <a:r>
              <a:rPr sz="2400" dirty="0">
                <a:solidFill>
                  <a:srgbClr val="252525"/>
                </a:solidFill>
                <a:latin typeface="Arial Black"/>
                <a:cs typeface="Arial Black"/>
              </a:rPr>
              <a:t>After installation being  successful, you will get a screen  of the stating success as seen in  the following screen.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23781" y="1648079"/>
            <a:ext cx="1859534" cy="347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881998" y="2145410"/>
            <a:ext cx="1959102" cy="3439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640569" y="396697"/>
            <a:ext cx="4368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7</a:t>
            </a:r>
            <a:endParaRPr sz="5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25192" y="3082163"/>
            <a:ext cx="1278890" cy="330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2400" y="3508367"/>
            <a:ext cx="5826125" cy="2691763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25425" marR="220345" indent="635" algn="ctr">
              <a:lnSpc>
                <a:spcPct val="90000"/>
              </a:lnSpc>
              <a:spcBef>
                <a:spcPts val="430"/>
              </a:spcBef>
            </a:pPr>
            <a:r>
              <a:rPr sz="2400" dirty="0">
                <a:solidFill>
                  <a:srgbClr val="585858"/>
                </a:solidFill>
                <a:latin typeface="Arial Black"/>
                <a:cs typeface="Arial Black"/>
              </a:rPr>
              <a:t>Enter the username and password  which you had mentioned during  installation as shown in step 6 and  click on the </a:t>
            </a:r>
            <a:r>
              <a:rPr sz="2400" b="1" dirty="0">
                <a:solidFill>
                  <a:srgbClr val="585858"/>
                </a:solidFill>
                <a:latin typeface="Arial"/>
                <a:cs typeface="Arial"/>
              </a:rPr>
              <a:t>Log In </a:t>
            </a:r>
            <a:r>
              <a:rPr sz="2400" dirty="0">
                <a:solidFill>
                  <a:srgbClr val="585858"/>
                </a:solidFill>
                <a:latin typeface="Arial Black"/>
                <a:cs typeface="Arial Black"/>
              </a:rPr>
              <a:t>button.</a:t>
            </a:r>
            <a:endParaRPr sz="2400" dirty="0">
              <a:latin typeface="Arial Black"/>
              <a:cs typeface="Arial Black"/>
            </a:endParaRPr>
          </a:p>
          <a:p>
            <a:pPr marL="12065" marR="5080" indent="635" algn="ctr">
              <a:lnSpc>
                <a:spcPts val="2160"/>
              </a:lnSpc>
              <a:spcBef>
                <a:spcPts val="3150"/>
              </a:spcBef>
            </a:pPr>
            <a:r>
              <a:rPr sz="2000" b="1" spc="35" dirty="0">
                <a:solidFill>
                  <a:srgbClr val="252525"/>
                </a:solidFill>
                <a:latin typeface="Arial"/>
                <a:cs typeface="Arial"/>
              </a:rPr>
              <a:t>After </a:t>
            </a:r>
            <a:r>
              <a:rPr sz="2000" b="1" spc="-40" dirty="0">
                <a:solidFill>
                  <a:srgbClr val="252525"/>
                </a:solidFill>
                <a:latin typeface="Arial"/>
                <a:cs typeface="Arial"/>
              </a:rPr>
              <a:t>clicking </a:t>
            </a:r>
            <a:r>
              <a:rPr sz="2000" b="1" spc="-10" dirty="0">
                <a:solidFill>
                  <a:srgbClr val="252525"/>
                </a:solidFill>
                <a:latin typeface="Arial"/>
                <a:cs typeface="Arial"/>
              </a:rPr>
              <a:t>on </a:t>
            </a:r>
            <a:r>
              <a:rPr sz="2000" b="1" spc="-5" dirty="0">
                <a:solidFill>
                  <a:srgbClr val="252525"/>
                </a:solidFill>
                <a:latin typeface="Arial"/>
                <a:cs typeface="Arial"/>
              </a:rPr>
              <a:t>login, </a:t>
            </a:r>
            <a:r>
              <a:rPr sz="2000" b="1" spc="-25" dirty="0">
                <a:solidFill>
                  <a:srgbClr val="252525"/>
                </a:solidFill>
                <a:latin typeface="Arial"/>
                <a:cs typeface="Arial"/>
              </a:rPr>
              <a:t>you </a:t>
            </a:r>
            <a:r>
              <a:rPr sz="2000" b="1" spc="15" dirty="0">
                <a:solidFill>
                  <a:srgbClr val="252525"/>
                </a:solidFill>
                <a:latin typeface="Arial"/>
                <a:cs typeface="Arial"/>
              </a:rPr>
              <a:t>will </a:t>
            </a:r>
            <a:r>
              <a:rPr sz="2000" b="1" spc="25" dirty="0">
                <a:solidFill>
                  <a:srgbClr val="252525"/>
                </a:solidFill>
                <a:latin typeface="Arial"/>
                <a:cs typeface="Arial"/>
              </a:rPr>
              <a:t>get </a:t>
            </a:r>
            <a:r>
              <a:rPr sz="2000" b="1" spc="-35" dirty="0">
                <a:solidFill>
                  <a:srgbClr val="252525"/>
                </a:solidFill>
                <a:latin typeface="Arial"/>
                <a:cs typeface="Arial"/>
              </a:rPr>
              <a:t>a </a:t>
            </a:r>
            <a:r>
              <a:rPr sz="2000" b="1" spc="-60" dirty="0">
                <a:solidFill>
                  <a:srgbClr val="252525"/>
                </a:solidFill>
                <a:latin typeface="Arial"/>
                <a:cs typeface="Arial"/>
              </a:rPr>
              <a:t>WordPress  </a:t>
            </a:r>
            <a:r>
              <a:rPr sz="2000" b="1" dirty="0">
                <a:solidFill>
                  <a:srgbClr val="252525"/>
                </a:solidFill>
                <a:latin typeface="Arial"/>
                <a:cs typeface="Arial"/>
              </a:rPr>
              <a:t>Admin </a:t>
            </a:r>
            <a:r>
              <a:rPr sz="2000" b="1" spc="-45" dirty="0">
                <a:solidFill>
                  <a:srgbClr val="252525"/>
                </a:solidFill>
                <a:latin typeface="Arial"/>
                <a:cs typeface="Arial"/>
              </a:rPr>
              <a:t>Panel </a:t>
            </a:r>
            <a:r>
              <a:rPr sz="2000" b="1" spc="-135" dirty="0">
                <a:solidFill>
                  <a:srgbClr val="252525"/>
                </a:solidFill>
                <a:latin typeface="Arial"/>
                <a:cs typeface="Arial"/>
              </a:rPr>
              <a:t>as </a:t>
            </a:r>
            <a:r>
              <a:rPr sz="2000" b="1" spc="-10" dirty="0">
                <a:solidFill>
                  <a:srgbClr val="252525"/>
                </a:solidFill>
                <a:latin typeface="Arial"/>
                <a:cs typeface="Arial"/>
              </a:rPr>
              <a:t>depicted </a:t>
            </a:r>
            <a:r>
              <a:rPr sz="2000" b="1" spc="-5" dirty="0">
                <a:solidFill>
                  <a:srgbClr val="252525"/>
                </a:solidFill>
                <a:latin typeface="Arial"/>
                <a:cs typeface="Arial"/>
              </a:rPr>
              <a:t>in </a:t>
            </a:r>
            <a:r>
              <a:rPr sz="2000" b="1" spc="20" dirty="0">
                <a:solidFill>
                  <a:srgbClr val="252525"/>
                </a:solidFill>
                <a:latin typeface="Arial"/>
                <a:cs typeface="Arial"/>
              </a:rPr>
              <a:t>the </a:t>
            </a:r>
            <a:r>
              <a:rPr sz="2000" b="1" spc="15" dirty="0">
                <a:solidFill>
                  <a:srgbClr val="252525"/>
                </a:solidFill>
                <a:latin typeface="Arial"/>
                <a:cs typeface="Arial"/>
              </a:rPr>
              <a:t>following</a:t>
            </a:r>
            <a:r>
              <a:rPr sz="2000" b="1" spc="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000" b="1" spc="-70" dirty="0">
                <a:solidFill>
                  <a:srgbClr val="252525"/>
                </a:solidFill>
                <a:latin typeface="Arial"/>
                <a:cs typeface="Arial"/>
              </a:rPr>
              <a:t>screen.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46958" y="351790"/>
            <a:ext cx="4368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29" dirty="0"/>
              <a:t>8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798309" y="1651635"/>
            <a:ext cx="4504956" cy="343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29528" y="0"/>
            <a:ext cx="6062471" cy="68564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62072" y="158495"/>
            <a:ext cx="6483350" cy="6483350"/>
            <a:chOff x="2862072" y="158495"/>
            <a:chExt cx="6483350" cy="6483350"/>
          </a:xfrm>
        </p:grpSpPr>
        <p:sp>
          <p:nvSpPr>
            <p:cNvPr id="3" name="object 3"/>
            <p:cNvSpPr/>
            <p:nvPr/>
          </p:nvSpPr>
          <p:spPr>
            <a:xfrm>
              <a:off x="2862072" y="158495"/>
              <a:ext cx="6483350" cy="6483350"/>
            </a:xfrm>
            <a:custGeom>
              <a:avLst/>
              <a:gdLst/>
              <a:ahLst/>
              <a:cxnLst/>
              <a:rect l="l" t="t" r="r" b="b"/>
              <a:pathLst>
                <a:path w="6483350" h="6483350">
                  <a:moveTo>
                    <a:pt x="3241548" y="0"/>
                  </a:moveTo>
                  <a:lnTo>
                    <a:pt x="3193244" y="352"/>
                  </a:lnTo>
                  <a:lnTo>
                    <a:pt x="3145110" y="1406"/>
                  </a:lnTo>
                  <a:lnTo>
                    <a:pt x="3097152" y="3158"/>
                  </a:lnTo>
                  <a:lnTo>
                    <a:pt x="3049373" y="5601"/>
                  </a:lnTo>
                  <a:lnTo>
                    <a:pt x="3001778" y="8732"/>
                  </a:lnTo>
                  <a:lnTo>
                    <a:pt x="2954373" y="12545"/>
                  </a:lnTo>
                  <a:lnTo>
                    <a:pt x="2907163" y="17035"/>
                  </a:lnTo>
                  <a:lnTo>
                    <a:pt x="2860152" y="22198"/>
                  </a:lnTo>
                  <a:lnTo>
                    <a:pt x="2813345" y="28028"/>
                  </a:lnTo>
                  <a:lnTo>
                    <a:pt x="2766747" y="34522"/>
                  </a:lnTo>
                  <a:lnTo>
                    <a:pt x="2720363" y="41673"/>
                  </a:lnTo>
                  <a:lnTo>
                    <a:pt x="2674198" y="49477"/>
                  </a:lnTo>
                  <a:lnTo>
                    <a:pt x="2628256" y="57930"/>
                  </a:lnTo>
                  <a:lnTo>
                    <a:pt x="2582543" y="67026"/>
                  </a:lnTo>
                  <a:lnTo>
                    <a:pt x="2537064" y="76760"/>
                  </a:lnTo>
                  <a:lnTo>
                    <a:pt x="2491823" y="87128"/>
                  </a:lnTo>
                  <a:lnTo>
                    <a:pt x="2446825" y="98124"/>
                  </a:lnTo>
                  <a:lnTo>
                    <a:pt x="2402075" y="109744"/>
                  </a:lnTo>
                  <a:lnTo>
                    <a:pt x="2357578" y="121983"/>
                  </a:lnTo>
                  <a:lnTo>
                    <a:pt x="2313339" y="134836"/>
                  </a:lnTo>
                  <a:lnTo>
                    <a:pt x="2269362" y="148298"/>
                  </a:lnTo>
                  <a:lnTo>
                    <a:pt x="2225653" y="162365"/>
                  </a:lnTo>
                  <a:lnTo>
                    <a:pt x="2182217" y="177030"/>
                  </a:lnTo>
                  <a:lnTo>
                    <a:pt x="2139058" y="192290"/>
                  </a:lnTo>
                  <a:lnTo>
                    <a:pt x="2096181" y="208140"/>
                  </a:lnTo>
                  <a:lnTo>
                    <a:pt x="2053591" y="224575"/>
                  </a:lnTo>
                  <a:lnTo>
                    <a:pt x="2011294" y="241589"/>
                  </a:lnTo>
                  <a:lnTo>
                    <a:pt x="1969293" y="259179"/>
                  </a:lnTo>
                  <a:lnTo>
                    <a:pt x="1927594" y="277338"/>
                  </a:lnTo>
                  <a:lnTo>
                    <a:pt x="1886201" y="296063"/>
                  </a:lnTo>
                  <a:lnTo>
                    <a:pt x="1845120" y="315348"/>
                  </a:lnTo>
                  <a:lnTo>
                    <a:pt x="1804355" y="335189"/>
                  </a:lnTo>
                  <a:lnTo>
                    <a:pt x="1763912" y="355580"/>
                  </a:lnTo>
                  <a:lnTo>
                    <a:pt x="1723795" y="376516"/>
                  </a:lnTo>
                  <a:lnTo>
                    <a:pt x="1684009" y="397994"/>
                  </a:lnTo>
                  <a:lnTo>
                    <a:pt x="1644558" y="420008"/>
                  </a:lnTo>
                  <a:lnTo>
                    <a:pt x="1605449" y="442552"/>
                  </a:lnTo>
                  <a:lnTo>
                    <a:pt x="1566685" y="465623"/>
                  </a:lnTo>
                  <a:lnTo>
                    <a:pt x="1528272" y="489215"/>
                  </a:lnTo>
                  <a:lnTo>
                    <a:pt x="1490214" y="513324"/>
                  </a:lnTo>
                  <a:lnTo>
                    <a:pt x="1452516" y="537944"/>
                  </a:lnTo>
                  <a:lnTo>
                    <a:pt x="1415184" y="563070"/>
                  </a:lnTo>
                  <a:lnTo>
                    <a:pt x="1378221" y="588699"/>
                  </a:lnTo>
                  <a:lnTo>
                    <a:pt x="1341634" y="614824"/>
                  </a:lnTo>
                  <a:lnTo>
                    <a:pt x="1305426" y="641442"/>
                  </a:lnTo>
                  <a:lnTo>
                    <a:pt x="1269603" y="668546"/>
                  </a:lnTo>
                  <a:lnTo>
                    <a:pt x="1234170" y="696133"/>
                  </a:lnTo>
                  <a:lnTo>
                    <a:pt x="1199131" y="724198"/>
                  </a:lnTo>
                  <a:lnTo>
                    <a:pt x="1164491" y="752734"/>
                  </a:lnTo>
                  <a:lnTo>
                    <a:pt x="1130256" y="781739"/>
                  </a:lnTo>
                  <a:lnTo>
                    <a:pt x="1096429" y="811206"/>
                  </a:lnTo>
                  <a:lnTo>
                    <a:pt x="1063017" y="841131"/>
                  </a:lnTo>
                  <a:lnTo>
                    <a:pt x="1030023" y="871509"/>
                  </a:lnTo>
                  <a:lnTo>
                    <a:pt x="997453" y="902335"/>
                  </a:lnTo>
                  <a:lnTo>
                    <a:pt x="965312" y="933604"/>
                  </a:lnTo>
                  <a:lnTo>
                    <a:pt x="933604" y="965312"/>
                  </a:lnTo>
                  <a:lnTo>
                    <a:pt x="902335" y="997453"/>
                  </a:lnTo>
                  <a:lnTo>
                    <a:pt x="871509" y="1030023"/>
                  </a:lnTo>
                  <a:lnTo>
                    <a:pt x="841131" y="1063017"/>
                  </a:lnTo>
                  <a:lnTo>
                    <a:pt x="811206" y="1096429"/>
                  </a:lnTo>
                  <a:lnTo>
                    <a:pt x="781739" y="1130256"/>
                  </a:lnTo>
                  <a:lnTo>
                    <a:pt x="752734" y="1164491"/>
                  </a:lnTo>
                  <a:lnTo>
                    <a:pt x="724198" y="1199131"/>
                  </a:lnTo>
                  <a:lnTo>
                    <a:pt x="696133" y="1234170"/>
                  </a:lnTo>
                  <a:lnTo>
                    <a:pt x="668546" y="1269603"/>
                  </a:lnTo>
                  <a:lnTo>
                    <a:pt x="641442" y="1305426"/>
                  </a:lnTo>
                  <a:lnTo>
                    <a:pt x="614824" y="1341634"/>
                  </a:lnTo>
                  <a:lnTo>
                    <a:pt x="588699" y="1378221"/>
                  </a:lnTo>
                  <a:lnTo>
                    <a:pt x="563070" y="1415184"/>
                  </a:lnTo>
                  <a:lnTo>
                    <a:pt x="537944" y="1452516"/>
                  </a:lnTo>
                  <a:lnTo>
                    <a:pt x="513324" y="1490214"/>
                  </a:lnTo>
                  <a:lnTo>
                    <a:pt x="489215" y="1528272"/>
                  </a:lnTo>
                  <a:lnTo>
                    <a:pt x="465623" y="1566685"/>
                  </a:lnTo>
                  <a:lnTo>
                    <a:pt x="442552" y="1605449"/>
                  </a:lnTo>
                  <a:lnTo>
                    <a:pt x="420008" y="1644558"/>
                  </a:lnTo>
                  <a:lnTo>
                    <a:pt x="397994" y="1684009"/>
                  </a:lnTo>
                  <a:lnTo>
                    <a:pt x="376516" y="1723795"/>
                  </a:lnTo>
                  <a:lnTo>
                    <a:pt x="355580" y="1763912"/>
                  </a:lnTo>
                  <a:lnTo>
                    <a:pt x="335189" y="1804355"/>
                  </a:lnTo>
                  <a:lnTo>
                    <a:pt x="315348" y="1845120"/>
                  </a:lnTo>
                  <a:lnTo>
                    <a:pt x="296063" y="1886201"/>
                  </a:lnTo>
                  <a:lnTo>
                    <a:pt x="277338" y="1927594"/>
                  </a:lnTo>
                  <a:lnTo>
                    <a:pt x="259179" y="1969293"/>
                  </a:lnTo>
                  <a:lnTo>
                    <a:pt x="241589" y="2011294"/>
                  </a:lnTo>
                  <a:lnTo>
                    <a:pt x="224575" y="2053591"/>
                  </a:lnTo>
                  <a:lnTo>
                    <a:pt x="208140" y="2096181"/>
                  </a:lnTo>
                  <a:lnTo>
                    <a:pt x="192290" y="2139058"/>
                  </a:lnTo>
                  <a:lnTo>
                    <a:pt x="177030" y="2182217"/>
                  </a:lnTo>
                  <a:lnTo>
                    <a:pt x="162365" y="2225653"/>
                  </a:lnTo>
                  <a:lnTo>
                    <a:pt x="148298" y="2269362"/>
                  </a:lnTo>
                  <a:lnTo>
                    <a:pt x="134836" y="2313339"/>
                  </a:lnTo>
                  <a:lnTo>
                    <a:pt x="121983" y="2357578"/>
                  </a:lnTo>
                  <a:lnTo>
                    <a:pt x="109744" y="2402075"/>
                  </a:lnTo>
                  <a:lnTo>
                    <a:pt x="98124" y="2446825"/>
                  </a:lnTo>
                  <a:lnTo>
                    <a:pt x="87128" y="2491823"/>
                  </a:lnTo>
                  <a:lnTo>
                    <a:pt x="76760" y="2537064"/>
                  </a:lnTo>
                  <a:lnTo>
                    <a:pt x="67026" y="2582543"/>
                  </a:lnTo>
                  <a:lnTo>
                    <a:pt x="57930" y="2628256"/>
                  </a:lnTo>
                  <a:lnTo>
                    <a:pt x="49477" y="2674198"/>
                  </a:lnTo>
                  <a:lnTo>
                    <a:pt x="41673" y="2720363"/>
                  </a:lnTo>
                  <a:lnTo>
                    <a:pt x="34522" y="2766747"/>
                  </a:lnTo>
                  <a:lnTo>
                    <a:pt x="28028" y="2813345"/>
                  </a:lnTo>
                  <a:lnTo>
                    <a:pt x="22198" y="2860152"/>
                  </a:lnTo>
                  <a:lnTo>
                    <a:pt x="17035" y="2907163"/>
                  </a:lnTo>
                  <a:lnTo>
                    <a:pt x="12545" y="2954373"/>
                  </a:lnTo>
                  <a:lnTo>
                    <a:pt x="8732" y="3001778"/>
                  </a:lnTo>
                  <a:lnTo>
                    <a:pt x="5601" y="3049373"/>
                  </a:lnTo>
                  <a:lnTo>
                    <a:pt x="3158" y="3097152"/>
                  </a:lnTo>
                  <a:lnTo>
                    <a:pt x="1406" y="3145110"/>
                  </a:lnTo>
                  <a:lnTo>
                    <a:pt x="352" y="3193244"/>
                  </a:lnTo>
                  <a:lnTo>
                    <a:pt x="0" y="3241548"/>
                  </a:lnTo>
                  <a:lnTo>
                    <a:pt x="352" y="3289851"/>
                  </a:lnTo>
                  <a:lnTo>
                    <a:pt x="1406" y="3337985"/>
                  </a:lnTo>
                  <a:lnTo>
                    <a:pt x="3158" y="3385943"/>
                  </a:lnTo>
                  <a:lnTo>
                    <a:pt x="5601" y="3433722"/>
                  </a:lnTo>
                  <a:lnTo>
                    <a:pt x="8732" y="3481317"/>
                  </a:lnTo>
                  <a:lnTo>
                    <a:pt x="12545" y="3528722"/>
                  </a:lnTo>
                  <a:lnTo>
                    <a:pt x="17035" y="3575932"/>
                  </a:lnTo>
                  <a:lnTo>
                    <a:pt x="22198" y="3622943"/>
                  </a:lnTo>
                  <a:lnTo>
                    <a:pt x="28028" y="3669750"/>
                  </a:lnTo>
                  <a:lnTo>
                    <a:pt x="34522" y="3716348"/>
                  </a:lnTo>
                  <a:lnTo>
                    <a:pt x="41673" y="3762732"/>
                  </a:lnTo>
                  <a:lnTo>
                    <a:pt x="49477" y="3808897"/>
                  </a:lnTo>
                  <a:lnTo>
                    <a:pt x="57930" y="3854839"/>
                  </a:lnTo>
                  <a:lnTo>
                    <a:pt x="67026" y="3900552"/>
                  </a:lnTo>
                  <a:lnTo>
                    <a:pt x="76760" y="3946031"/>
                  </a:lnTo>
                  <a:lnTo>
                    <a:pt x="87128" y="3991272"/>
                  </a:lnTo>
                  <a:lnTo>
                    <a:pt x="98124" y="4036270"/>
                  </a:lnTo>
                  <a:lnTo>
                    <a:pt x="109744" y="4081020"/>
                  </a:lnTo>
                  <a:lnTo>
                    <a:pt x="121983" y="4125517"/>
                  </a:lnTo>
                  <a:lnTo>
                    <a:pt x="134836" y="4169756"/>
                  </a:lnTo>
                  <a:lnTo>
                    <a:pt x="148298" y="4213733"/>
                  </a:lnTo>
                  <a:lnTo>
                    <a:pt x="162365" y="4257442"/>
                  </a:lnTo>
                  <a:lnTo>
                    <a:pt x="177030" y="4300878"/>
                  </a:lnTo>
                  <a:lnTo>
                    <a:pt x="192290" y="4344037"/>
                  </a:lnTo>
                  <a:lnTo>
                    <a:pt x="208140" y="4386914"/>
                  </a:lnTo>
                  <a:lnTo>
                    <a:pt x="224575" y="4429504"/>
                  </a:lnTo>
                  <a:lnTo>
                    <a:pt x="241589" y="4471801"/>
                  </a:lnTo>
                  <a:lnTo>
                    <a:pt x="259179" y="4513802"/>
                  </a:lnTo>
                  <a:lnTo>
                    <a:pt x="277338" y="4555501"/>
                  </a:lnTo>
                  <a:lnTo>
                    <a:pt x="296063" y="4596894"/>
                  </a:lnTo>
                  <a:lnTo>
                    <a:pt x="315348" y="4637975"/>
                  </a:lnTo>
                  <a:lnTo>
                    <a:pt x="335189" y="4678740"/>
                  </a:lnTo>
                  <a:lnTo>
                    <a:pt x="355580" y="4719183"/>
                  </a:lnTo>
                  <a:lnTo>
                    <a:pt x="376516" y="4759300"/>
                  </a:lnTo>
                  <a:lnTo>
                    <a:pt x="397994" y="4799086"/>
                  </a:lnTo>
                  <a:lnTo>
                    <a:pt x="420008" y="4838537"/>
                  </a:lnTo>
                  <a:lnTo>
                    <a:pt x="442552" y="4877646"/>
                  </a:lnTo>
                  <a:lnTo>
                    <a:pt x="465623" y="4916410"/>
                  </a:lnTo>
                  <a:lnTo>
                    <a:pt x="489215" y="4954823"/>
                  </a:lnTo>
                  <a:lnTo>
                    <a:pt x="513324" y="4992881"/>
                  </a:lnTo>
                  <a:lnTo>
                    <a:pt x="537944" y="5030579"/>
                  </a:lnTo>
                  <a:lnTo>
                    <a:pt x="563070" y="5067911"/>
                  </a:lnTo>
                  <a:lnTo>
                    <a:pt x="588699" y="5104874"/>
                  </a:lnTo>
                  <a:lnTo>
                    <a:pt x="614824" y="5141461"/>
                  </a:lnTo>
                  <a:lnTo>
                    <a:pt x="641442" y="5177669"/>
                  </a:lnTo>
                  <a:lnTo>
                    <a:pt x="668546" y="5213492"/>
                  </a:lnTo>
                  <a:lnTo>
                    <a:pt x="696133" y="5248925"/>
                  </a:lnTo>
                  <a:lnTo>
                    <a:pt x="724198" y="5283964"/>
                  </a:lnTo>
                  <a:lnTo>
                    <a:pt x="752734" y="5318604"/>
                  </a:lnTo>
                  <a:lnTo>
                    <a:pt x="781739" y="5352839"/>
                  </a:lnTo>
                  <a:lnTo>
                    <a:pt x="811206" y="5386666"/>
                  </a:lnTo>
                  <a:lnTo>
                    <a:pt x="841131" y="5420078"/>
                  </a:lnTo>
                  <a:lnTo>
                    <a:pt x="871509" y="5453072"/>
                  </a:lnTo>
                  <a:lnTo>
                    <a:pt x="902335" y="5485642"/>
                  </a:lnTo>
                  <a:lnTo>
                    <a:pt x="933604" y="5517783"/>
                  </a:lnTo>
                  <a:lnTo>
                    <a:pt x="965312" y="5549491"/>
                  </a:lnTo>
                  <a:lnTo>
                    <a:pt x="997453" y="5580760"/>
                  </a:lnTo>
                  <a:lnTo>
                    <a:pt x="1030023" y="5611586"/>
                  </a:lnTo>
                  <a:lnTo>
                    <a:pt x="1063017" y="5641964"/>
                  </a:lnTo>
                  <a:lnTo>
                    <a:pt x="1096429" y="5671889"/>
                  </a:lnTo>
                  <a:lnTo>
                    <a:pt x="1130256" y="5701356"/>
                  </a:lnTo>
                  <a:lnTo>
                    <a:pt x="1164491" y="5730361"/>
                  </a:lnTo>
                  <a:lnTo>
                    <a:pt x="1199131" y="5758897"/>
                  </a:lnTo>
                  <a:lnTo>
                    <a:pt x="1234170" y="5786962"/>
                  </a:lnTo>
                  <a:lnTo>
                    <a:pt x="1269603" y="5814549"/>
                  </a:lnTo>
                  <a:lnTo>
                    <a:pt x="1305426" y="5841653"/>
                  </a:lnTo>
                  <a:lnTo>
                    <a:pt x="1341634" y="5868271"/>
                  </a:lnTo>
                  <a:lnTo>
                    <a:pt x="1378221" y="5894396"/>
                  </a:lnTo>
                  <a:lnTo>
                    <a:pt x="1415184" y="5920025"/>
                  </a:lnTo>
                  <a:lnTo>
                    <a:pt x="1452516" y="5945151"/>
                  </a:lnTo>
                  <a:lnTo>
                    <a:pt x="1490214" y="5969771"/>
                  </a:lnTo>
                  <a:lnTo>
                    <a:pt x="1528272" y="5993880"/>
                  </a:lnTo>
                  <a:lnTo>
                    <a:pt x="1566685" y="6017472"/>
                  </a:lnTo>
                  <a:lnTo>
                    <a:pt x="1605449" y="6040543"/>
                  </a:lnTo>
                  <a:lnTo>
                    <a:pt x="1644558" y="6063087"/>
                  </a:lnTo>
                  <a:lnTo>
                    <a:pt x="1684009" y="6085101"/>
                  </a:lnTo>
                  <a:lnTo>
                    <a:pt x="1723795" y="6106579"/>
                  </a:lnTo>
                  <a:lnTo>
                    <a:pt x="1763912" y="6127515"/>
                  </a:lnTo>
                  <a:lnTo>
                    <a:pt x="1804355" y="6147906"/>
                  </a:lnTo>
                  <a:lnTo>
                    <a:pt x="1845120" y="6167747"/>
                  </a:lnTo>
                  <a:lnTo>
                    <a:pt x="1886201" y="6187032"/>
                  </a:lnTo>
                  <a:lnTo>
                    <a:pt x="1927594" y="6205757"/>
                  </a:lnTo>
                  <a:lnTo>
                    <a:pt x="1969293" y="6223916"/>
                  </a:lnTo>
                  <a:lnTo>
                    <a:pt x="2011294" y="6241506"/>
                  </a:lnTo>
                  <a:lnTo>
                    <a:pt x="2053591" y="6258520"/>
                  </a:lnTo>
                  <a:lnTo>
                    <a:pt x="2096181" y="6274955"/>
                  </a:lnTo>
                  <a:lnTo>
                    <a:pt x="2139058" y="6290805"/>
                  </a:lnTo>
                  <a:lnTo>
                    <a:pt x="2182217" y="6306065"/>
                  </a:lnTo>
                  <a:lnTo>
                    <a:pt x="2225653" y="6320730"/>
                  </a:lnTo>
                  <a:lnTo>
                    <a:pt x="2269362" y="6334797"/>
                  </a:lnTo>
                  <a:lnTo>
                    <a:pt x="2313339" y="6348259"/>
                  </a:lnTo>
                  <a:lnTo>
                    <a:pt x="2357578" y="6361112"/>
                  </a:lnTo>
                  <a:lnTo>
                    <a:pt x="2402075" y="6373351"/>
                  </a:lnTo>
                  <a:lnTo>
                    <a:pt x="2446825" y="6384971"/>
                  </a:lnTo>
                  <a:lnTo>
                    <a:pt x="2491823" y="6395967"/>
                  </a:lnTo>
                  <a:lnTo>
                    <a:pt x="2537064" y="6406335"/>
                  </a:lnTo>
                  <a:lnTo>
                    <a:pt x="2582543" y="6416069"/>
                  </a:lnTo>
                  <a:lnTo>
                    <a:pt x="2628256" y="6425165"/>
                  </a:lnTo>
                  <a:lnTo>
                    <a:pt x="2674198" y="6433618"/>
                  </a:lnTo>
                  <a:lnTo>
                    <a:pt x="2720363" y="6441422"/>
                  </a:lnTo>
                  <a:lnTo>
                    <a:pt x="2766747" y="6448573"/>
                  </a:lnTo>
                  <a:lnTo>
                    <a:pt x="2813345" y="6455067"/>
                  </a:lnTo>
                  <a:lnTo>
                    <a:pt x="2860152" y="6460897"/>
                  </a:lnTo>
                  <a:lnTo>
                    <a:pt x="2907163" y="6466060"/>
                  </a:lnTo>
                  <a:lnTo>
                    <a:pt x="2954373" y="6470550"/>
                  </a:lnTo>
                  <a:lnTo>
                    <a:pt x="3001778" y="6474363"/>
                  </a:lnTo>
                  <a:lnTo>
                    <a:pt x="3049373" y="6477494"/>
                  </a:lnTo>
                  <a:lnTo>
                    <a:pt x="3097152" y="6479937"/>
                  </a:lnTo>
                  <a:lnTo>
                    <a:pt x="3145110" y="6481689"/>
                  </a:lnTo>
                  <a:lnTo>
                    <a:pt x="3193244" y="6482743"/>
                  </a:lnTo>
                  <a:lnTo>
                    <a:pt x="3241548" y="6483095"/>
                  </a:lnTo>
                  <a:lnTo>
                    <a:pt x="3289851" y="6482743"/>
                  </a:lnTo>
                  <a:lnTo>
                    <a:pt x="3337985" y="6481689"/>
                  </a:lnTo>
                  <a:lnTo>
                    <a:pt x="3385943" y="6479937"/>
                  </a:lnTo>
                  <a:lnTo>
                    <a:pt x="3433722" y="6477494"/>
                  </a:lnTo>
                  <a:lnTo>
                    <a:pt x="3481317" y="6474363"/>
                  </a:lnTo>
                  <a:lnTo>
                    <a:pt x="3528722" y="6470550"/>
                  </a:lnTo>
                  <a:lnTo>
                    <a:pt x="3575932" y="6466060"/>
                  </a:lnTo>
                  <a:lnTo>
                    <a:pt x="3622943" y="6460897"/>
                  </a:lnTo>
                  <a:lnTo>
                    <a:pt x="3669750" y="6455067"/>
                  </a:lnTo>
                  <a:lnTo>
                    <a:pt x="3716348" y="6448573"/>
                  </a:lnTo>
                  <a:lnTo>
                    <a:pt x="3762732" y="6441422"/>
                  </a:lnTo>
                  <a:lnTo>
                    <a:pt x="3808897" y="6433618"/>
                  </a:lnTo>
                  <a:lnTo>
                    <a:pt x="3854839" y="6425165"/>
                  </a:lnTo>
                  <a:lnTo>
                    <a:pt x="3900552" y="6416069"/>
                  </a:lnTo>
                  <a:lnTo>
                    <a:pt x="3946031" y="6406335"/>
                  </a:lnTo>
                  <a:lnTo>
                    <a:pt x="3991272" y="6395967"/>
                  </a:lnTo>
                  <a:lnTo>
                    <a:pt x="4036270" y="6384971"/>
                  </a:lnTo>
                  <a:lnTo>
                    <a:pt x="4081020" y="6373351"/>
                  </a:lnTo>
                  <a:lnTo>
                    <a:pt x="4125517" y="6361112"/>
                  </a:lnTo>
                  <a:lnTo>
                    <a:pt x="4169756" y="6348259"/>
                  </a:lnTo>
                  <a:lnTo>
                    <a:pt x="4213733" y="6334797"/>
                  </a:lnTo>
                  <a:lnTo>
                    <a:pt x="4257442" y="6320730"/>
                  </a:lnTo>
                  <a:lnTo>
                    <a:pt x="4300878" y="6306065"/>
                  </a:lnTo>
                  <a:lnTo>
                    <a:pt x="4344037" y="6290805"/>
                  </a:lnTo>
                  <a:lnTo>
                    <a:pt x="4386914" y="6274955"/>
                  </a:lnTo>
                  <a:lnTo>
                    <a:pt x="4429504" y="6258520"/>
                  </a:lnTo>
                  <a:lnTo>
                    <a:pt x="4471801" y="6241506"/>
                  </a:lnTo>
                  <a:lnTo>
                    <a:pt x="4513802" y="6223916"/>
                  </a:lnTo>
                  <a:lnTo>
                    <a:pt x="4555501" y="6205757"/>
                  </a:lnTo>
                  <a:lnTo>
                    <a:pt x="4596894" y="6187032"/>
                  </a:lnTo>
                  <a:lnTo>
                    <a:pt x="4637975" y="6167747"/>
                  </a:lnTo>
                  <a:lnTo>
                    <a:pt x="4678740" y="6147906"/>
                  </a:lnTo>
                  <a:lnTo>
                    <a:pt x="4719183" y="6127515"/>
                  </a:lnTo>
                  <a:lnTo>
                    <a:pt x="4759300" y="6106579"/>
                  </a:lnTo>
                  <a:lnTo>
                    <a:pt x="4799086" y="6085101"/>
                  </a:lnTo>
                  <a:lnTo>
                    <a:pt x="4838537" y="6063087"/>
                  </a:lnTo>
                  <a:lnTo>
                    <a:pt x="4877646" y="6040543"/>
                  </a:lnTo>
                  <a:lnTo>
                    <a:pt x="4916410" y="6017472"/>
                  </a:lnTo>
                  <a:lnTo>
                    <a:pt x="4954823" y="5993880"/>
                  </a:lnTo>
                  <a:lnTo>
                    <a:pt x="4992881" y="5969771"/>
                  </a:lnTo>
                  <a:lnTo>
                    <a:pt x="5030579" y="5945151"/>
                  </a:lnTo>
                  <a:lnTo>
                    <a:pt x="5067911" y="5920025"/>
                  </a:lnTo>
                  <a:lnTo>
                    <a:pt x="5104874" y="5894396"/>
                  </a:lnTo>
                  <a:lnTo>
                    <a:pt x="5141461" y="5868271"/>
                  </a:lnTo>
                  <a:lnTo>
                    <a:pt x="5177669" y="5841653"/>
                  </a:lnTo>
                  <a:lnTo>
                    <a:pt x="5213492" y="5814549"/>
                  </a:lnTo>
                  <a:lnTo>
                    <a:pt x="5248925" y="5786962"/>
                  </a:lnTo>
                  <a:lnTo>
                    <a:pt x="5283964" y="5758897"/>
                  </a:lnTo>
                  <a:lnTo>
                    <a:pt x="5318604" y="5730361"/>
                  </a:lnTo>
                  <a:lnTo>
                    <a:pt x="5352839" y="5701356"/>
                  </a:lnTo>
                  <a:lnTo>
                    <a:pt x="5386666" y="5671889"/>
                  </a:lnTo>
                  <a:lnTo>
                    <a:pt x="5420078" y="5641964"/>
                  </a:lnTo>
                  <a:lnTo>
                    <a:pt x="5453072" y="5611586"/>
                  </a:lnTo>
                  <a:lnTo>
                    <a:pt x="5485642" y="5580760"/>
                  </a:lnTo>
                  <a:lnTo>
                    <a:pt x="5517783" y="5549491"/>
                  </a:lnTo>
                  <a:lnTo>
                    <a:pt x="5549491" y="5517783"/>
                  </a:lnTo>
                  <a:lnTo>
                    <a:pt x="5580760" y="5485642"/>
                  </a:lnTo>
                  <a:lnTo>
                    <a:pt x="5611586" y="5453072"/>
                  </a:lnTo>
                  <a:lnTo>
                    <a:pt x="5641964" y="5420078"/>
                  </a:lnTo>
                  <a:lnTo>
                    <a:pt x="5671889" y="5386666"/>
                  </a:lnTo>
                  <a:lnTo>
                    <a:pt x="5701356" y="5352839"/>
                  </a:lnTo>
                  <a:lnTo>
                    <a:pt x="5730361" y="5318604"/>
                  </a:lnTo>
                  <a:lnTo>
                    <a:pt x="5758897" y="5283964"/>
                  </a:lnTo>
                  <a:lnTo>
                    <a:pt x="5786962" y="5248925"/>
                  </a:lnTo>
                  <a:lnTo>
                    <a:pt x="5814549" y="5213492"/>
                  </a:lnTo>
                  <a:lnTo>
                    <a:pt x="5841653" y="5177669"/>
                  </a:lnTo>
                  <a:lnTo>
                    <a:pt x="5868271" y="5141461"/>
                  </a:lnTo>
                  <a:lnTo>
                    <a:pt x="5894396" y="5104874"/>
                  </a:lnTo>
                  <a:lnTo>
                    <a:pt x="5920025" y="5067911"/>
                  </a:lnTo>
                  <a:lnTo>
                    <a:pt x="5945151" y="5030579"/>
                  </a:lnTo>
                  <a:lnTo>
                    <a:pt x="5969771" y="4992881"/>
                  </a:lnTo>
                  <a:lnTo>
                    <a:pt x="5993880" y="4954823"/>
                  </a:lnTo>
                  <a:lnTo>
                    <a:pt x="6017472" y="4916410"/>
                  </a:lnTo>
                  <a:lnTo>
                    <a:pt x="6040543" y="4877646"/>
                  </a:lnTo>
                  <a:lnTo>
                    <a:pt x="6063087" y="4838537"/>
                  </a:lnTo>
                  <a:lnTo>
                    <a:pt x="6085101" y="4799086"/>
                  </a:lnTo>
                  <a:lnTo>
                    <a:pt x="6106579" y="4759300"/>
                  </a:lnTo>
                  <a:lnTo>
                    <a:pt x="6127515" y="4719183"/>
                  </a:lnTo>
                  <a:lnTo>
                    <a:pt x="6147906" y="4678740"/>
                  </a:lnTo>
                  <a:lnTo>
                    <a:pt x="6167747" y="4637975"/>
                  </a:lnTo>
                  <a:lnTo>
                    <a:pt x="6187032" y="4596894"/>
                  </a:lnTo>
                  <a:lnTo>
                    <a:pt x="6205757" y="4555501"/>
                  </a:lnTo>
                  <a:lnTo>
                    <a:pt x="6223916" y="4513802"/>
                  </a:lnTo>
                  <a:lnTo>
                    <a:pt x="6241506" y="4471801"/>
                  </a:lnTo>
                  <a:lnTo>
                    <a:pt x="6258520" y="4429504"/>
                  </a:lnTo>
                  <a:lnTo>
                    <a:pt x="6274955" y="4386914"/>
                  </a:lnTo>
                  <a:lnTo>
                    <a:pt x="6290805" y="4344037"/>
                  </a:lnTo>
                  <a:lnTo>
                    <a:pt x="6306065" y="4300878"/>
                  </a:lnTo>
                  <a:lnTo>
                    <a:pt x="6320730" y="4257442"/>
                  </a:lnTo>
                  <a:lnTo>
                    <a:pt x="6334797" y="4213733"/>
                  </a:lnTo>
                  <a:lnTo>
                    <a:pt x="6348259" y="4169756"/>
                  </a:lnTo>
                  <a:lnTo>
                    <a:pt x="6361112" y="4125517"/>
                  </a:lnTo>
                  <a:lnTo>
                    <a:pt x="6373351" y="4081020"/>
                  </a:lnTo>
                  <a:lnTo>
                    <a:pt x="6384971" y="4036270"/>
                  </a:lnTo>
                  <a:lnTo>
                    <a:pt x="6395967" y="3991272"/>
                  </a:lnTo>
                  <a:lnTo>
                    <a:pt x="6406335" y="3946031"/>
                  </a:lnTo>
                  <a:lnTo>
                    <a:pt x="6416069" y="3900552"/>
                  </a:lnTo>
                  <a:lnTo>
                    <a:pt x="6425165" y="3854839"/>
                  </a:lnTo>
                  <a:lnTo>
                    <a:pt x="6433618" y="3808897"/>
                  </a:lnTo>
                  <a:lnTo>
                    <a:pt x="6441422" y="3762732"/>
                  </a:lnTo>
                  <a:lnTo>
                    <a:pt x="6448573" y="3716348"/>
                  </a:lnTo>
                  <a:lnTo>
                    <a:pt x="6455067" y="3669750"/>
                  </a:lnTo>
                  <a:lnTo>
                    <a:pt x="6460897" y="3622943"/>
                  </a:lnTo>
                  <a:lnTo>
                    <a:pt x="6466060" y="3575932"/>
                  </a:lnTo>
                  <a:lnTo>
                    <a:pt x="6470550" y="3528722"/>
                  </a:lnTo>
                  <a:lnTo>
                    <a:pt x="6474363" y="3481317"/>
                  </a:lnTo>
                  <a:lnTo>
                    <a:pt x="6477494" y="3433722"/>
                  </a:lnTo>
                  <a:lnTo>
                    <a:pt x="6479937" y="3385943"/>
                  </a:lnTo>
                  <a:lnTo>
                    <a:pt x="6481689" y="3337985"/>
                  </a:lnTo>
                  <a:lnTo>
                    <a:pt x="6482743" y="3289851"/>
                  </a:lnTo>
                  <a:lnTo>
                    <a:pt x="6483096" y="3241548"/>
                  </a:lnTo>
                  <a:lnTo>
                    <a:pt x="6482743" y="3193244"/>
                  </a:lnTo>
                  <a:lnTo>
                    <a:pt x="6481689" y="3145110"/>
                  </a:lnTo>
                  <a:lnTo>
                    <a:pt x="6479937" y="3097152"/>
                  </a:lnTo>
                  <a:lnTo>
                    <a:pt x="6477494" y="3049373"/>
                  </a:lnTo>
                  <a:lnTo>
                    <a:pt x="6474363" y="3001778"/>
                  </a:lnTo>
                  <a:lnTo>
                    <a:pt x="6470550" y="2954373"/>
                  </a:lnTo>
                  <a:lnTo>
                    <a:pt x="6466060" y="2907163"/>
                  </a:lnTo>
                  <a:lnTo>
                    <a:pt x="6460897" y="2860152"/>
                  </a:lnTo>
                  <a:lnTo>
                    <a:pt x="6455067" y="2813345"/>
                  </a:lnTo>
                  <a:lnTo>
                    <a:pt x="6448573" y="2766747"/>
                  </a:lnTo>
                  <a:lnTo>
                    <a:pt x="6441422" y="2720363"/>
                  </a:lnTo>
                  <a:lnTo>
                    <a:pt x="6433618" y="2674198"/>
                  </a:lnTo>
                  <a:lnTo>
                    <a:pt x="6425165" y="2628256"/>
                  </a:lnTo>
                  <a:lnTo>
                    <a:pt x="6416069" y="2582543"/>
                  </a:lnTo>
                  <a:lnTo>
                    <a:pt x="6406335" y="2537064"/>
                  </a:lnTo>
                  <a:lnTo>
                    <a:pt x="6395967" y="2491823"/>
                  </a:lnTo>
                  <a:lnTo>
                    <a:pt x="6384971" y="2446825"/>
                  </a:lnTo>
                  <a:lnTo>
                    <a:pt x="6373351" y="2402075"/>
                  </a:lnTo>
                  <a:lnTo>
                    <a:pt x="6361112" y="2357578"/>
                  </a:lnTo>
                  <a:lnTo>
                    <a:pt x="6348259" y="2313339"/>
                  </a:lnTo>
                  <a:lnTo>
                    <a:pt x="6334797" y="2269362"/>
                  </a:lnTo>
                  <a:lnTo>
                    <a:pt x="6320730" y="2225653"/>
                  </a:lnTo>
                  <a:lnTo>
                    <a:pt x="6306065" y="2182217"/>
                  </a:lnTo>
                  <a:lnTo>
                    <a:pt x="6290805" y="2139058"/>
                  </a:lnTo>
                  <a:lnTo>
                    <a:pt x="6274955" y="2096181"/>
                  </a:lnTo>
                  <a:lnTo>
                    <a:pt x="6258520" y="2053591"/>
                  </a:lnTo>
                  <a:lnTo>
                    <a:pt x="6241506" y="2011294"/>
                  </a:lnTo>
                  <a:lnTo>
                    <a:pt x="6223916" y="1969293"/>
                  </a:lnTo>
                  <a:lnTo>
                    <a:pt x="6205757" y="1927594"/>
                  </a:lnTo>
                  <a:lnTo>
                    <a:pt x="6187032" y="1886201"/>
                  </a:lnTo>
                  <a:lnTo>
                    <a:pt x="6167747" y="1845120"/>
                  </a:lnTo>
                  <a:lnTo>
                    <a:pt x="6147906" y="1804355"/>
                  </a:lnTo>
                  <a:lnTo>
                    <a:pt x="6127515" y="1763912"/>
                  </a:lnTo>
                  <a:lnTo>
                    <a:pt x="6106579" y="1723795"/>
                  </a:lnTo>
                  <a:lnTo>
                    <a:pt x="6085101" y="1684009"/>
                  </a:lnTo>
                  <a:lnTo>
                    <a:pt x="6063087" y="1644558"/>
                  </a:lnTo>
                  <a:lnTo>
                    <a:pt x="6040543" y="1605449"/>
                  </a:lnTo>
                  <a:lnTo>
                    <a:pt x="6017472" y="1566685"/>
                  </a:lnTo>
                  <a:lnTo>
                    <a:pt x="5993880" y="1528272"/>
                  </a:lnTo>
                  <a:lnTo>
                    <a:pt x="5969771" y="1490214"/>
                  </a:lnTo>
                  <a:lnTo>
                    <a:pt x="5945151" y="1452516"/>
                  </a:lnTo>
                  <a:lnTo>
                    <a:pt x="5920025" y="1415184"/>
                  </a:lnTo>
                  <a:lnTo>
                    <a:pt x="5894396" y="1378221"/>
                  </a:lnTo>
                  <a:lnTo>
                    <a:pt x="5868271" y="1341634"/>
                  </a:lnTo>
                  <a:lnTo>
                    <a:pt x="5841653" y="1305426"/>
                  </a:lnTo>
                  <a:lnTo>
                    <a:pt x="5814549" y="1269603"/>
                  </a:lnTo>
                  <a:lnTo>
                    <a:pt x="5786962" y="1234170"/>
                  </a:lnTo>
                  <a:lnTo>
                    <a:pt x="5758897" y="1199131"/>
                  </a:lnTo>
                  <a:lnTo>
                    <a:pt x="5730361" y="1164491"/>
                  </a:lnTo>
                  <a:lnTo>
                    <a:pt x="5701356" y="1130256"/>
                  </a:lnTo>
                  <a:lnTo>
                    <a:pt x="5671889" y="1096429"/>
                  </a:lnTo>
                  <a:lnTo>
                    <a:pt x="5641964" y="1063017"/>
                  </a:lnTo>
                  <a:lnTo>
                    <a:pt x="5611586" y="1030023"/>
                  </a:lnTo>
                  <a:lnTo>
                    <a:pt x="5580760" y="997453"/>
                  </a:lnTo>
                  <a:lnTo>
                    <a:pt x="5549491" y="965312"/>
                  </a:lnTo>
                  <a:lnTo>
                    <a:pt x="5517783" y="933604"/>
                  </a:lnTo>
                  <a:lnTo>
                    <a:pt x="5485642" y="902335"/>
                  </a:lnTo>
                  <a:lnTo>
                    <a:pt x="5453072" y="871509"/>
                  </a:lnTo>
                  <a:lnTo>
                    <a:pt x="5420078" y="841131"/>
                  </a:lnTo>
                  <a:lnTo>
                    <a:pt x="5386666" y="811206"/>
                  </a:lnTo>
                  <a:lnTo>
                    <a:pt x="5352839" y="781739"/>
                  </a:lnTo>
                  <a:lnTo>
                    <a:pt x="5318604" y="752734"/>
                  </a:lnTo>
                  <a:lnTo>
                    <a:pt x="5283964" y="724198"/>
                  </a:lnTo>
                  <a:lnTo>
                    <a:pt x="5248925" y="696133"/>
                  </a:lnTo>
                  <a:lnTo>
                    <a:pt x="5213492" y="668546"/>
                  </a:lnTo>
                  <a:lnTo>
                    <a:pt x="5177669" y="641442"/>
                  </a:lnTo>
                  <a:lnTo>
                    <a:pt x="5141461" y="614824"/>
                  </a:lnTo>
                  <a:lnTo>
                    <a:pt x="5104874" y="588699"/>
                  </a:lnTo>
                  <a:lnTo>
                    <a:pt x="5067911" y="563070"/>
                  </a:lnTo>
                  <a:lnTo>
                    <a:pt x="5030579" y="537944"/>
                  </a:lnTo>
                  <a:lnTo>
                    <a:pt x="4992881" y="513324"/>
                  </a:lnTo>
                  <a:lnTo>
                    <a:pt x="4954823" y="489215"/>
                  </a:lnTo>
                  <a:lnTo>
                    <a:pt x="4916410" y="465623"/>
                  </a:lnTo>
                  <a:lnTo>
                    <a:pt x="4877646" y="442552"/>
                  </a:lnTo>
                  <a:lnTo>
                    <a:pt x="4838537" y="420008"/>
                  </a:lnTo>
                  <a:lnTo>
                    <a:pt x="4799086" y="397994"/>
                  </a:lnTo>
                  <a:lnTo>
                    <a:pt x="4759300" y="376516"/>
                  </a:lnTo>
                  <a:lnTo>
                    <a:pt x="4719183" y="355580"/>
                  </a:lnTo>
                  <a:lnTo>
                    <a:pt x="4678740" y="335189"/>
                  </a:lnTo>
                  <a:lnTo>
                    <a:pt x="4637975" y="315348"/>
                  </a:lnTo>
                  <a:lnTo>
                    <a:pt x="4596894" y="296063"/>
                  </a:lnTo>
                  <a:lnTo>
                    <a:pt x="4555501" y="277338"/>
                  </a:lnTo>
                  <a:lnTo>
                    <a:pt x="4513802" y="259179"/>
                  </a:lnTo>
                  <a:lnTo>
                    <a:pt x="4471801" y="241589"/>
                  </a:lnTo>
                  <a:lnTo>
                    <a:pt x="4429504" y="224575"/>
                  </a:lnTo>
                  <a:lnTo>
                    <a:pt x="4386914" y="208140"/>
                  </a:lnTo>
                  <a:lnTo>
                    <a:pt x="4344037" y="192290"/>
                  </a:lnTo>
                  <a:lnTo>
                    <a:pt x="4300878" y="177030"/>
                  </a:lnTo>
                  <a:lnTo>
                    <a:pt x="4257442" y="162365"/>
                  </a:lnTo>
                  <a:lnTo>
                    <a:pt x="4213733" y="148298"/>
                  </a:lnTo>
                  <a:lnTo>
                    <a:pt x="4169756" y="134836"/>
                  </a:lnTo>
                  <a:lnTo>
                    <a:pt x="4125517" y="121983"/>
                  </a:lnTo>
                  <a:lnTo>
                    <a:pt x="4081020" y="109744"/>
                  </a:lnTo>
                  <a:lnTo>
                    <a:pt x="4036270" y="98124"/>
                  </a:lnTo>
                  <a:lnTo>
                    <a:pt x="3991272" y="87128"/>
                  </a:lnTo>
                  <a:lnTo>
                    <a:pt x="3946031" y="76760"/>
                  </a:lnTo>
                  <a:lnTo>
                    <a:pt x="3900552" y="67026"/>
                  </a:lnTo>
                  <a:lnTo>
                    <a:pt x="3854839" y="57930"/>
                  </a:lnTo>
                  <a:lnTo>
                    <a:pt x="3808897" y="49477"/>
                  </a:lnTo>
                  <a:lnTo>
                    <a:pt x="3762732" y="41673"/>
                  </a:lnTo>
                  <a:lnTo>
                    <a:pt x="3716348" y="34522"/>
                  </a:lnTo>
                  <a:lnTo>
                    <a:pt x="3669750" y="28028"/>
                  </a:lnTo>
                  <a:lnTo>
                    <a:pt x="3622943" y="22198"/>
                  </a:lnTo>
                  <a:lnTo>
                    <a:pt x="3575932" y="17035"/>
                  </a:lnTo>
                  <a:lnTo>
                    <a:pt x="3528722" y="12545"/>
                  </a:lnTo>
                  <a:lnTo>
                    <a:pt x="3481317" y="8732"/>
                  </a:lnTo>
                  <a:lnTo>
                    <a:pt x="3433722" y="5601"/>
                  </a:lnTo>
                  <a:lnTo>
                    <a:pt x="3385943" y="3158"/>
                  </a:lnTo>
                  <a:lnTo>
                    <a:pt x="3337985" y="1406"/>
                  </a:lnTo>
                  <a:lnTo>
                    <a:pt x="3289851" y="352"/>
                  </a:lnTo>
                  <a:lnTo>
                    <a:pt x="32415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49573" y="745997"/>
              <a:ext cx="5309870" cy="5308600"/>
            </a:xfrm>
            <a:custGeom>
              <a:avLst/>
              <a:gdLst/>
              <a:ahLst/>
              <a:cxnLst/>
              <a:rect l="l" t="t" r="r" b="b"/>
              <a:pathLst>
                <a:path w="5309870" h="5308600">
                  <a:moveTo>
                    <a:pt x="0" y="2654046"/>
                  </a:moveTo>
                  <a:lnTo>
                    <a:pt x="429" y="2605823"/>
                  </a:lnTo>
                  <a:lnTo>
                    <a:pt x="1712" y="2557809"/>
                  </a:lnTo>
                  <a:lnTo>
                    <a:pt x="3842" y="2510011"/>
                  </a:lnTo>
                  <a:lnTo>
                    <a:pt x="6812" y="2462435"/>
                  </a:lnTo>
                  <a:lnTo>
                    <a:pt x="10613" y="2415090"/>
                  </a:lnTo>
                  <a:lnTo>
                    <a:pt x="15240" y="2367982"/>
                  </a:lnTo>
                  <a:lnTo>
                    <a:pt x="20684" y="2321119"/>
                  </a:lnTo>
                  <a:lnTo>
                    <a:pt x="26939" y="2274507"/>
                  </a:lnTo>
                  <a:lnTo>
                    <a:pt x="33997" y="2228155"/>
                  </a:lnTo>
                  <a:lnTo>
                    <a:pt x="41850" y="2182069"/>
                  </a:lnTo>
                  <a:lnTo>
                    <a:pt x="50493" y="2136257"/>
                  </a:lnTo>
                  <a:lnTo>
                    <a:pt x="59917" y="2090726"/>
                  </a:lnTo>
                  <a:lnTo>
                    <a:pt x="70115" y="2045483"/>
                  </a:lnTo>
                  <a:lnTo>
                    <a:pt x="81079" y="2000535"/>
                  </a:lnTo>
                  <a:lnTo>
                    <a:pt x="92804" y="1955890"/>
                  </a:lnTo>
                  <a:lnTo>
                    <a:pt x="105281" y="1911555"/>
                  </a:lnTo>
                  <a:lnTo>
                    <a:pt x="118503" y="1867537"/>
                  </a:lnTo>
                  <a:lnTo>
                    <a:pt x="132463" y="1823844"/>
                  </a:lnTo>
                  <a:lnTo>
                    <a:pt x="147154" y="1780482"/>
                  </a:lnTo>
                  <a:lnTo>
                    <a:pt x="162568" y="1737459"/>
                  </a:lnTo>
                  <a:lnTo>
                    <a:pt x="178698" y="1694782"/>
                  </a:lnTo>
                  <a:lnTo>
                    <a:pt x="195537" y="1652458"/>
                  </a:lnTo>
                  <a:lnTo>
                    <a:pt x="213077" y="1610496"/>
                  </a:lnTo>
                  <a:lnTo>
                    <a:pt x="231312" y="1568901"/>
                  </a:lnTo>
                  <a:lnTo>
                    <a:pt x="250234" y="1527681"/>
                  </a:lnTo>
                  <a:lnTo>
                    <a:pt x="269836" y="1486844"/>
                  </a:lnTo>
                  <a:lnTo>
                    <a:pt x="290111" y="1446396"/>
                  </a:lnTo>
                  <a:lnTo>
                    <a:pt x="311051" y="1406345"/>
                  </a:lnTo>
                  <a:lnTo>
                    <a:pt x="332649" y="1366699"/>
                  </a:lnTo>
                  <a:lnTo>
                    <a:pt x="354898" y="1327463"/>
                  </a:lnTo>
                  <a:lnTo>
                    <a:pt x="377790" y="1288647"/>
                  </a:lnTo>
                  <a:lnTo>
                    <a:pt x="401319" y="1250256"/>
                  </a:lnTo>
                  <a:lnTo>
                    <a:pt x="425477" y="1212299"/>
                  </a:lnTo>
                  <a:lnTo>
                    <a:pt x="450257" y="1174782"/>
                  </a:lnTo>
                  <a:lnTo>
                    <a:pt x="475651" y="1137712"/>
                  </a:lnTo>
                  <a:lnTo>
                    <a:pt x="501653" y="1101098"/>
                  </a:lnTo>
                  <a:lnTo>
                    <a:pt x="528255" y="1064945"/>
                  </a:lnTo>
                  <a:lnTo>
                    <a:pt x="555449" y="1029263"/>
                  </a:lnTo>
                  <a:lnTo>
                    <a:pt x="583229" y="994056"/>
                  </a:lnTo>
                  <a:lnTo>
                    <a:pt x="611588" y="959334"/>
                  </a:lnTo>
                  <a:lnTo>
                    <a:pt x="640517" y="925103"/>
                  </a:lnTo>
                  <a:lnTo>
                    <a:pt x="670011" y="891370"/>
                  </a:lnTo>
                  <a:lnTo>
                    <a:pt x="700061" y="858143"/>
                  </a:lnTo>
                  <a:lnTo>
                    <a:pt x="730660" y="825429"/>
                  </a:lnTo>
                  <a:lnTo>
                    <a:pt x="761801" y="793234"/>
                  </a:lnTo>
                  <a:lnTo>
                    <a:pt x="793477" y="761568"/>
                  </a:lnTo>
                  <a:lnTo>
                    <a:pt x="825681" y="730436"/>
                  </a:lnTo>
                  <a:lnTo>
                    <a:pt x="858405" y="699846"/>
                  </a:lnTo>
                  <a:lnTo>
                    <a:pt x="891642" y="669805"/>
                  </a:lnTo>
                  <a:lnTo>
                    <a:pt x="925385" y="640320"/>
                  </a:lnTo>
                  <a:lnTo>
                    <a:pt x="959626" y="611399"/>
                  </a:lnTo>
                  <a:lnTo>
                    <a:pt x="994358" y="583049"/>
                  </a:lnTo>
                  <a:lnTo>
                    <a:pt x="1029575" y="555278"/>
                  </a:lnTo>
                  <a:lnTo>
                    <a:pt x="1065268" y="528091"/>
                  </a:lnTo>
                  <a:lnTo>
                    <a:pt x="1101431" y="501498"/>
                  </a:lnTo>
                  <a:lnTo>
                    <a:pt x="1138056" y="475504"/>
                  </a:lnTo>
                  <a:lnTo>
                    <a:pt x="1175137" y="450117"/>
                  </a:lnTo>
                  <a:lnTo>
                    <a:pt x="1212664" y="425345"/>
                  </a:lnTo>
                  <a:lnTo>
                    <a:pt x="1250633" y="401194"/>
                  </a:lnTo>
                  <a:lnTo>
                    <a:pt x="1289035" y="377673"/>
                  </a:lnTo>
                  <a:lnTo>
                    <a:pt x="1327862" y="354787"/>
                  </a:lnTo>
                  <a:lnTo>
                    <a:pt x="1367109" y="332545"/>
                  </a:lnTo>
                  <a:lnTo>
                    <a:pt x="1406767" y="310954"/>
                  </a:lnTo>
                  <a:lnTo>
                    <a:pt x="1446829" y="290020"/>
                  </a:lnTo>
                  <a:lnTo>
                    <a:pt x="1487288" y="269752"/>
                  </a:lnTo>
                  <a:lnTo>
                    <a:pt x="1528137" y="250156"/>
                  </a:lnTo>
                  <a:lnTo>
                    <a:pt x="1569368" y="231240"/>
                  </a:lnTo>
                  <a:lnTo>
                    <a:pt x="1610975" y="213010"/>
                  </a:lnTo>
                  <a:lnTo>
                    <a:pt x="1652949" y="195475"/>
                  </a:lnTo>
                  <a:lnTo>
                    <a:pt x="1695285" y="178642"/>
                  </a:lnTo>
                  <a:lnTo>
                    <a:pt x="1737974" y="162516"/>
                  </a:lnTo>
                  <a:lnTo>
                    <a:pt x="1781009" y="147107"/>
                  </a:lnTo>
                  <a:lnTo>
                    <a:pt x="1824382" y="132421"/>
                  </a:lnTo>
                  <a:lnTo>
                    <a:pt x="1868088" y="118466"/>
                  </a:lnTo>
                  <a:lnTo>
                    <a:pt x="1912118" y="105248"/>
                  </a:lnTo>
                  <a:lnTo>
                    <a:pt x="1956466" y="92775"/>
                  </a:lnTo>
                  <a:lnTo>
                    <a:pt x="2001123" y="81054"/>
                  </a:lnTo>
                  <a:lnTo>
                    <a:pt x="2046083" y="70092"/>
                  </a:lnTo>
                  <a:lnTo>
                    <a:pt x="2091338" y="59898"/>
                  </a:lnTo>
                  <a:lnTo>
                    <a:pt x="2136882" y="50477"/>
                  </a:lnTo>
                  <a:lnTo>
                    <a:pt x="2182706" y="41837"/>
                  </a:lnTo>
                  <a:lnTo>
                    <a:pt x="2228805" y="33986"/>
                  </a:lnTo>
                  <a:lnTo>
                    <a:pt x="2275169" y="26930"/>
                  </a:lnTo>
                  <a:lnTo>
                    <a:pt x="2321793" y="20678"/>
                  </a:lnTo>
                  <a:lnTo>
                    <a:pt x="2368669" y="15235"/>
                  </a:lnTo>
                  <a:lnTo>
                    <a:pt x="2415789" y="10610"/>
                  </a:lnTo>
                  <a:lnTo>
                    <a:pt x="2463147" y="6810"/>
                  </a:lnTo>
                  <a:lnTo>
                    <a:pt x="2510735" y="3841"/>
                  </a:lnTo>
                  <a:lnTo>
                    <a:pt x="2558546" y="1712"/>
                  </a:lnTo>
                  <a:lnTo>
                    <a:pt x="2606573" y="429"/>
                  </a:lnTo>
                  <a:lnTo>
                    <a:pt x="2654808" y="0"/>
                  </a:lnTo>
                  <a:lnTo>
                    <a:pt x="2703042" y="429"/>
                  </a:lnTo>
                  <a:lnTo>
                    <a:pt x="2751069" y="1712"/>
                  </a:lnTo>
                  <a:lnTo>
                    <a:pt x="2798880" y="3841"/>
                  </a:lnTo>
                  <a:lnTo>
                    <a:pt x="2846468" y="6810"/>
                  </a:lnTo>
                  <a:lnTo>
                    <a:pt x="2893826" y="10610"/>
                  </a:lnTo>
                  <a:lnTo>
                    <a:pt x="2940946" y="15235"/>
                  </a:lnTo>
                  <a:lnTo>
                    <a:pt x="2987822" y="20678"/>
                  </a:lnTo>
                  <a:lnTo>
                    <a:pt x="3034446" y="26930"/>
                  </a:lnTo>
                  <a:lnTo>
                    <a:pt x="3080810" y="33986"/>
                  </a:lnTo>
                  <a:lnTo>
                    <a:pt x="3126909" y="41837"/>
                  </a:lnTo>
                  <a:lnTo>
                    <a:pt x="3172733" y="50477"/>
                  </a:lnTo>
                  <a:lnTo>
                    <a:pt x="3218277" y="59898"/>
                  </a:lnTo>
                  <a:lnTo>
                    <a:pt x="3263532" y="70092"/>
                  </a:lnTo>
                  <a:lnTo>
                    <a:pt x="3308492" y="81054"/>
                  </a:lnTo>
                  <a:lnTo>
                    <a:pt x="3353149" y="92775"/>
                  </a:lnTo>
                  <a:lnTo>
                    <a:pt x="3397497" y="105248"/>
                  </a:lnTo>
                  <a:lnTo>
                    <a:pt x="3441527" y="118466"/>
                  </a:lnTo>
                  <a:lnTo>
                    <a:pt x="3485233" y="132421"/>
                  </a:lnTo>
                  <a:lnTo>
                    <a:pt x="3528606" y="147107"/>
                  </a:lnTo>
                  <a:lnTo>
                    <a:pt x="3571641" y="162516"/>
                  </a:lnTo>
                  <a:lnTo>
                    <a:pt x="3614330" y="178642"/>
                  </a:lnTo>
                  <a:lnTo>
                    <a:pt x="3656666" y="195475"/>
                  </a:lnTo>
                  <a:lnTo>
                    <a:pt x="3698640" y="213010"/>
                  </a:lnTo>
                  <a:lnTo>
                    <a:pt x="3740247" y="231240"/>
                  </a:lnTo>
                  <a:lnTo>
                    <a:pt x="3781478" y="250156"/>
                  </a:lnTo>
                  <a:lnTo>
                    <a:pt x="3822327" y="269752"/>
                  </a:lnTo>
                  <a:lnTo>
                    <a:pt x="3862786" y="290020"/>
                  </a:lnTo>
                  <a:lnTo>
                    <a:pt x="3902848" y="310954"/>
                  </a:lnTo>
                  <a:lnTo>
                    <a:pt x="3942506" y="332545"/>
                  </a:lnTo>
                  <a:lnTo>
                    <a:pt x="3981753" y="354787"/>
                  </a:lnTo>
                  <a:lnTo>
                    <a:pt x="4020580" y="377673"/>
                  </a:lnTo>
                  <a:lnTo>
                    <a:pt x="4058982" y="401194"/>
                  </a:lnTo>
                  <a:lnTo>
                    <a:pt x="4096951" y="425345"/>
                  </a:lnTo>
                  <a:lnTo>
                    <a:pt x="4134478" y="450117"/>
                  </a:lnTo>
                  <a:lnTo>
                    <a:pt x="4171559" y="475504"/>
                  </a:lnTo>
                  <a:lnTo>
                    <a:pt x="4208184" y="501498"/>
                  </a:lnTo>
                  <a:lnTo>
                    <a:pt x="4244347" y="528091"/>
                  </a:lnTo>
                  <a:lnTo>
                    <a:pt x="4280040" y="555278"/>
                  </a:lnTo>
                  <a:lnTo>
                    <a:pt x="4315257" y="583049"/>
                  </a:lnTo>
                  <a:lnTo>
                    <a:pt x="4349989" y="611399"/>
                  </a:lnTo>
                  <a:lnTo>
                    <a:pt x="4384230" y="640320"/>
                  </a:lnTo>
                  <a:lnTo>
                    <a:pt x="4417973" y="669805"/>
                  </a:lnTo>
                  <a:lnTo>
                    <a:pt x="4451210" y="699846"/>
                  </a:lnTo>
                  <a:lnTo>
                    <a:pt x="4483934" y="730436"/>
                  </a:lnTo>
                  <a:lnTo>
                    <a:pt x="4516138" y="761568"/>
                  </a:lnTo>
                  <a:lnTo>
                    <a:pt x="4547814" y="793234"/>
                  </a:lnTo>
                  <a:lnTo>
                    <a:pt x="4578955" y="825429"/>
                  </a:lnTo>
                  <a:lnTo>
                    <a:pt x="4609554" y="858143"/>
                  </a:lnTo>
                  <a:lnTo>
                    <a:pt x="4639604" y="891370"/>
                  </a:lnTo>
                  <a:lnTo>
                    <a:pt x="4669098" y="925103"/>
                  </a:lnTo>
                  <a:lnTo>
                    <a:pt x="4698027" y="959334"/>
                  </a:lnTo>
                  <a:lnTo>
                    <a:pt x="4726386" y="994056"/>
                  </a:lnTo>
                  <a:lnTo>
                    <a:pt x="4754166" y="1029263"/>
                  </a:lnTo>
                  <a:lnTo>
                    <a:pt x="4781360" y="1064945"/>
                  </a:lnTo>
                  <a:lnTo>
                    <a:pt x="4807962" y="1101098"/>
                  </a:lnTo>
                  <a:lnTo>
                    <a:pt x="4833964" y="1137712"/>
                  </a:lnTo>
                  <a:lnTo>
                    <a:pt x="4859358" y="1174782"/>
                  </a:lnTo>
                  <a:lnTo>
                    <a:pt x="4884138" y="1212299"/>
                  </a:lnTo>
                  <a:lnTo>
                    <a:pt x="4908296" y="1250256"/>
                  </a:lnTo>
                  <a:lnTo>
                    <a:pt x="4931825" y="1288647"/>
                  </a:lnTo>
                  <a:lnTo>
                    <a:pt x="4954717" y="1327463"/>
                  </a:lnTo>
                  <a:lnTo>
                    <a:pt x="4976966" y="1366699"/>
                  </a:lnTo>
                  <a:lnTo>
                    <a:pt x="4998564" y="1406345"/>
                  </a:lnTo>
                  <a:lnTo>
                    <a:pt x="5019504" y="1446396"/>
                  </a:lnTo>
                  <a:lnTo>
                    <a:pt x="5039779" y="1486844"/>
                  </a:lnTo>
                  <a:lnTo>
                    <a:pt x="5059381" y="1527681"/>
                  </a:lnTo>
                  <a:lnTo>
                    <a:pt x="5078303" y="1568901"/>
                  </a:lnTo>
                  <a:lnTo>
                    <a:pt x="5096538" y="1610496"/>
                  </a:lnTo>
                  <a:lnTo>
                    <a:pt x="5114078" y="1652458"/>
                  </a:lnTo>
                  <a:lnTo>
                    <a:pt x="5130917" y="1694782"/>
                  </a:lnTo>
                  <a:lnTo>
                    <a:pt x="5147047" y="1737459"/>
                  </a:lnTo>
                  <a:lnTo>
                    <a:pt x="5162461" y="1780482"/>
                  </a:lnTo>
                  <a:lnTo>
                    <a:pt x="5177152" y="1823844"/>
                  </a:lnTo>
                  <a:lnTo>
                    <a:pt x="5191112" y="1867537"/>
                  </a:lnTo>
                  <a:lnTo>
                    <a:pt x="5204334" y="1911555"/>
                  </a:lnTo>
                  <a:lnTo>
                    <a:pt x="5216811" y="1955890"/>
                  </a:lnTo>
                  <a:lnTo>
                    <a:pt x="5228536" y="2000535"/>
                  </a:lnTo>
                  <a:lnTo>
                    <a:pt x="5239500" y="2045483"/>
                  </a:lnTo>
                  <a:lnTo>
                    <a:pt x="5249698" y="2090726"/>
                  </a:lnTo>
                  <a:lnTo>
                    <a:pt x="5259122" y="2136257"/>
                  </a:lnTo>
                  <a:lnTo>
                    <a:pt x="5267765" y="2182069"/>
                  </a:lnTo>
                  <a:lnTo>
                    <a:pt x="5275618" y="2228155"/>
                  </a:lnTo>
                  <a:lnTo>
                    <a:pt x="5282676" y="2274507"/>
                  </a:lnTo>
                  <a:lnTo>
                    <a:pt x="5288931" y="2321119"/>
                  </a:lnTo>
                  <a:lnTo>
                    <a:pt x="5294375" y="2367982"/>
                  </a:lnTo>
                  <a:lnTo>
                    <a:pt x="5299002" y="2415090"/>
                  </a:lnTo>
                  <a:lnTo>
                    <a:pt x="5302803" y="2462435"/>
                  </a:lnTo>
                  <a:lnTo>
                    <a:pt x="5305773" y="2510011"/>
                  </a:lnTo>
                  <a:lnTo>
                    <a:pt x="5307903" y="2557809"/>
                  </a:lnTo>
                  <a:lnTo>
                    <a:pt x="5309186" y="2605823"/>
                  </a:lnTo>
                  <a:lnTo>
                    <a:pt x="5309616" y="2654046"/>
                  </a:lnTo>
                  <a:lnTo>
                    <a:pt x="5309186" y="2702268"/>
                  </a:lnTo>
                  <a:lnTo>
                    <a:pt x="5307903" y="2750282"/>
                  </a:lnTo>
                  <a:lnTo>
                    <a:pt x="5305773" y="2798080"/>
                  </a:lnTo>
                  <a:lnTo>
                    <a:pt x="5302803" y="2845656"/>
                  </a:lnTo>
                  <a:lnTo>
                    <a:pt x="5299002" y="2893001"/>
                  </a:lnTo>
                  <a:lnTo>
                    <a:pt x="5294375" y="2940109"/>
                  </a:lnTo>
                  <a:lnTo>
                    <a:pt x="5288931" y="2986972"/>
                  </a:lnTo>
                  <a:lnTo>
                    <a:pt x="5282676" y="3033584"/>
                  </a:lnTo>
                  <a:lnTo>
                    <a:pt x="5275618" y="3079936"/>
                  </a:lnTo>
                  <a:lnTo>
                    <a:pt x="5267765" y="3126022"/>
                  </a:lnTo>
                  <a:lnTo>
                    <a:pt x="5259122" y="3171834"/>
                  </a:lnTo>
                  <a:lnTo>
                    <a:pt x="5249698" y="3217365"/>
                  </a:lnTo>
                  <a:lnTo>
                    <a:pt x="5239500" y="3262608"/>
                  </a:lnTo>
                  <a:lnTo>
                    <a:pt x="5228536" y="3307556"/>
                  </a:lnTo>
                  <a:lnTo>
                    <a:pt x="5216811" y="3352201"/>
                  </a:lnTo>
                  <a:lnTo>
                    <a:pt x="5204334" y="3396536"/>
                  </a:lnTo>
                  <a:lnTo>
                    <a:pt x="5191112" y="3440554"/>
                  </a:lnTo>
                  <a:lnTo>
                    <a:pt x="5177152" y="3484247"/>
                  </a:lnTo>
                  <a:lnTo>
                    <a:pt x="5162461" y="3527609"/>
                  </a:lnTo>
                  <a:lnTo>
                    <a:pt x="5147047" y="3570632"/>
                  </a:lnTo>
                  <a:lnTo>
                    <a:pt x="5130917" y="3613309"/>
                  </a:lnTo>
                  <a:lnTo>
                    <a:pt x="5114078" y="3655633"/>
                  </a:lnTo>
                  <a:lnTo>
                    <a:pt x="5096538" y="3697595"/>
                  </a:lnTo>
                  <a:lnTo>
                    <a:pt x="5078303" y="3739190"/>
                  </a:lnTo>
                  <a:lnTo>
                    <a:pt x="5059381" y="3780410"/>
                  </a:lnTo>
                  <a:lnTo>
                    <a:pt x="5039779" y="3821247"/>
                  </a:lnTo>
                  <a:lnTo>
                    <a:pt x="5019504" y="3861695"/>
                  </a:lnTo>
                  <a:lnTo>
                    <a:pt x="4998564" y="3901746"/>
                  </a:lnTo>
                  <a:lnTo>
                    <a:pt x="4976966" y="3941392"/>
                  </a:lnTo>
                  <a:lnTo>
                    <a:pt x="4954717" y="3980628"/>
                  </a:lnTo>
                  <a:lnTo>
                    <a:pt x="4931825" y="4019444"/>
                  </a:lnTo>
                  <a:lnTo>
                    <a:pt x="4908296" y="4057835"/>
                  </a:lnTo>
                  <a:lnTo>
                    <a:pt x="4884138" y="4095792"/>
                  </a:lnTo>
                  <a:lnTo>
                    <a:pt x="4859358" y="4133309"/>
                  </a:lnTo>
                  <a:lnTo>
                    <a:pt x="4833964" y="4170379"/>
                  </a:lnTo>
                  <a:lnTo>
                    <a:pt x="4807962" y="4206993"/>
                  </a:lnTo>
                  <a:lnTo>
                    <a:pt x="4781360" y="4243146"/>
                  </a:lnTo>
                  <a:lnTo>
                    <a:pt x="4754166" y="4278828"/>
                  </a:lnTo>
                  <a:lnTo>
                    <a:pt x="4726386" y="4314035"/>
                  </a:lnTo>
                  <a:lnTo>
                    <a:pt x="4698027" y="4348757"/>
                  </a:lnTo>
                  <a:lnTo>
                    <a:pt x="4669098" y="4382988"/>
                  </a:lnTo>
                  <a:lnTo>
                    <a:pt x="4639604" y="4416721"/>
                  </a:lnTo>
                  <a:lnTo>
                    <a:pt x="4609554" y="4449948"/>
                  </a:lnTo>
                  <a:lnTo>
                    <a:pt x="4578955" y="4482662"/>
                  </a:lnTo>
                  <a:lnTo>
                    <a:pt x="4547814" y="4514857"/>
                  </a:lnTo>
                  <a:lnTo>
                    <a:pt x="4516138" y="4546523"/>
                  </a:lnTo>
                  <a:lnTo>
                    <a:pt x="4483934" y="4577655"/>
                  </a:lnTo>
                  <a:lnTo>
                    <a:pt x="4451210" y="4608245"/>
                  </a:lnTo>
                  <a:lnTo>
                    <a:pt x="4417973" y="4638286"/>
                  </a:lnTo>
                  <a:lnTo>
                    <a:pt x="4384230" y="4667771"/>
                  </a:lnTo>
                  <a:lnTo>
                    <a:pt x="4349989" y="4696692"/>
                  </a:lnTo>
                  <a:lnTo>
                    <a:pt x="4315257" y="4725042"/>
                  </a:lnTo>
                  <a:lnTo>
                    <a:pt x="4280040" y="4752813"/>
                  </a:lnTo>
                  <a:lnTo>
                    <a:pt x="4244347" y="4780000"/>
                  </a:lnTo>
                  <a:lnTo>
                    <a:pt x="4208184" y="4806593"/>
                  </a:lnTo>
                  <a:lnTo>
                    <a:pt x="4171559" y="4832587"/>
                  </a:lnTo>
                  <a:lnTo>
                    <a:pt x="4134478" y="4857974"/>
                  </a:lnTo>
                  <a:lnTo>
                    <a:pt x="4096951" y="4882746"/>
                  </a:lnTo>
                  <a:lnTo>
                    <a:pt x="4058982" y="4906897"/>
                  </a:lnTo>
                  <a:lnTo>
                    <a:pt x="4020580" y="4930418"/>
                  </a:lnTo>
                  <a:lnTo>
                    <a:pt x="3981753" y="4953304"/>
                  </a:lnTo>
                  <a:lnTo>
                    <a:pt x="3942506" y="4975546"/>
                  </a:lnTo>
                  <a:lnTo>
                    <a:pt x="3902848" y="4997137"/>
                  </a:lnTo>
                  <a:lnTo>
                    <a:pt x="3862786" y="5018071"/>
                  </a:lnTo>
                  <a:lnTo>
                    <a:pt x="3822327" y="5038339"/>
                  </a:lnTo>
                  <a:lnTo>
                    <a:pt x="3781478" y="5057935"/>
                  </a:lnTo>
                  <a:lnTo>
                    <a:pt x="3740247" y="5076851"/>
                  </a:lnTo>
                  <a:lnTo>
                    <a:pt x="3698640" y="5095081"/>
                  </a:lnTo>
                  <a:lnTo>
                    <a:pt x="3656666" y="5112616"/>
                  </a:lnTo>
                  <a:lnTo>
                    <a:pt x="3614330" y="5129449"/>
                  </a:lnTo>
                  <a:lnTo>
                    <a:pt x="3571641" y="5145575"/>
                  </a:lnTo>
                  <a:lnTo>
                    <a:pt x="3528606" y="5160984"/>
                  </a:lnTo>
                  <a:lnTo>
                    <a:pt x="3485233" y="5175670"/>
                  </a:lnTo>
                  <a:lnTo>
                    <a:pt x="3441527" y="5189625"/>
                  </a:lnTo>
                  <a:lnTo>
                    <a:pt x="3397497" y="5202843"/>
                  </a:lnTo>
                  <a:lnTo>
                    <a:pt x="3353149" y="5215316"/>
                  </a:lnTo>
                  <a:lnTo>
                    <a:pt x="3308492" y="5227037"/>
                  </a:lnTo>
                  <a:lnTo>
                    <a:pt x="3263532" y="5237999"/>
                  </a:lnTo>
                  <a:lnTo>
                    <a:pt x="3218277" y="5248193"/>
                  </a:lnTo>
                  <a:lnTo>
                    <a:pt x="3172733" y="5257614"/>
                  </a:lnTo>
                  <a:lnTo>
                    <a:pt x="3126909" y="5266254"/>
                  </a:lnTo>
                  <a:lnTo>
                    <a:pt x="3080810" y="5274105"/>
                  </a:lnTo>
                  <a:lnTo>
                    <a:pt x="3034446" y="5281161"/>
                  </a:lnTo>
                  <a:lnTo>
                    <a:pt x="2987822" y="5287413"/>
                  </a:lnTo>
                  <a:lnTo>
                    <a:pt x="2940946" y="5292856"/>
                  </a:lnTo>
                  <a:lnTo>
                    <a:pt x="2893826" y="5297481"/>
                  </a:lnTo>
                  <a:lnTo>
                    <a:pt x="2846468" y="5301281"/>
                  </a:lnTo>
                  <a:lnTo>
                    <a:pt x="2798880" y="5304250"/>
                  </a:lnTo>
                  <a:lnTo>
                    <a:pt x="2751069" y="5306379"/>
                  </a:lnTo>
                  <a:lnTo>
                    <a:pt x="2703042" y="5307662"/>
                  </a:lnTo>
                  <a:lnTo>
                    <a:pt x="2654808" y="5308092"/>
                  </a:lnTo>
                  <a:lnTo>
                    <a:pt x="2606573" y="5307662"/>
                  </a:lnTo>
                  <a:lnTo>
                    <a:pt x="2558546" y="5306379"/>
                  </a:lnTo>
                  <a:lnTo>
                    <a:pt x="2510735" y="5304250"/>
                  </a:lnTo>
                  <a:lnTo>
                    <a:pt x="2463147" y="5301281"/>
                  </a:lnTo>
                  <a:lnTo>
                    <a:pt x="2415789" y="5297481"/>
                  </a:lnTo>
                  <a:lnTo>
                    <a:pt x="2368669" y="5292856"/>
                  </a:lnTo>
                  <a:lnTo>
                    <a:pt x="2321793" y="5287413"/>
                  </a:lnTo>
                  <a:lnTo>
                    <a:pt x="2275169" y="5281161"/>
                  </a:lnTo>
                  <a:lnTo>
                    <a:pt x="2228805" y="5274105"/>
                  </a:lnTo>
                  <a:lnTo>
                    <a:pt x="2182706" y="5266254"/>
                  </a:lnTo>
                  <a:lnTo>
                    <a:pt x="2136882" y="5257614"/>
                  </a:lnTo>
                  <a:lnTo>
                    <a:pt x="2091338" y="5248193"/>
                  </a:lnTo>
                  <a:lnTo>
                    <a:pt x="2046083" y="5237999"/>
                  </a:lnTo>
                  <a:lnTo>
                    <a:pt x="2001123" y="5227037"/>
                  </a:lnTo>
                  <a:lnTo>
                    <a:pt x="1956466" y="5215316"/>
                  </a:lnTo>
                  <a:lnTo>
                    <a:pt x="1912118" y="5202843"/>
                  </a:lnTo>
                  <a:lnTo>
                    <a:pt x="1868088" y="5189625"/>
                  </a:lnTo>
                  <a:lnTo>
                    <a:pt x="1824382" y="5175670"/>
                  </a:lnTo>
                  <a:lnTo>
                    <a:pt x="1781009" y="5160984"/>
                  </a:lnTo>
                  <a:lnTo>
                    <a:pt x="1737974" y="5145575"/>
                  </a:lnTo>
                  <a:lnTo>
                    <a:pt x="1695285" y="5129449"/>
                  </a:lnTo>
                  <a:lnTo>
                    <a:pt x="1652949" y="5112616"/>
                  </a:lnTo>
                  <a:lnTo>
                    <a:pt x="1610975" y="5095081"/>
                  </a:lnTo>
                  <a:lnTo>
                    <a:pt x="1569368" y="5076851"/>
                  </a:lnTo>
                  <a:lnTo>
                    <a:pt x="1528137" y="5057935"/>
                  </a:lnTo>
                  <a:lnTo>
                    <a:pt x="1487288" y="5038339"/>
                  </a:lnTo>
                  <a:lnTo>
                    <a:pt x="1446829" y="5018071"/>
                  </a:lnTo>
                  <a:lnTo>
                    <a:pt x="1406767" y="4997137"/>
                  </a:lnTo>
                  <a:lnTo>
                    <a:pt x="1367109" y="4975546"/>
                  </a:lnTo>
                  <a:lnTo>
                    <a:pt x="1327862" y="4953304"/>
                  </a:lnTo>
                  <a:lnTo>
                    <a:pt x="1289035" y="4930418"/>
                  </a:lnTo>
                  <a:lnTo>
                    <a:pt x="1250633" y="4906897"/>
                  </a:lnTo>
                  <a:lnTo>
                    <a:pt x="1212664" y="4882746"/>
                  </a:lnTo>
                  <a:lnTo>
                    <a:pt x="1175137" y="4857974"/>
                  </a:lnTo>
                  <a:lnTo>
                    <a:pt x="1138056" y="4832587"/>
                  </a:lnTo>
                  <a:lnTo>
                    <a:pt x="1101431" y="4806593"/>
                  </a:lnTo>
                  <a:lnTo>
                    <a:pt x="1065268" y="4780000"/>
                  </a:lnTo>
                  <a:lnTo>
                    <a:pt x="1029575" y="4752813"/>
                  </a:lnTo>
                  <a:lnTo>
                    <a:pt x="994358" y="4725042"/>
                  </a:lnTo>
                  <a:lnTo>
                    <a:pt x="959626" y="4696692"/>
                  </a:lnTo>
                  <a:lnTo>
                    <a:pt x="925385" y="4667771"/>
                  </a:lnTo>
                  <a:lnTo>
                    <a:pt x="891642" y="4638286"/>
                  </a:lnTo>
                  <a:lnTo>
                    <a:pt x="858405" y="4608245"/>
                  </a:lnTo>
                  <a:lnTo>
                    <a:pt x="825681" y="4577655"/>
                  </a:lnTo>
                  <a:lnTo>
                    <a:pt x="793477" y="4546523"/>
                  </a:lnTo>
                  <a:lnTo>
                    <a:pt x="761801" y="4514857"/>
                  </a:lnTo>
                  <a:lnTo>
                    <a:pt x="730660" y="4482662"/>
                  </a:lnTo>
                  <a:lnTo>
                    <a:pt x="700061" y="4449948"/>
                  </a:lnTo>
                  <a:lnTo>
                    <a:pt x="670011" y="4416721"/>
                  </a:lnTo>
                  <a:lnTo>
                    <a:pt x="640517" y="4382988"/>
                  </a:lnTo>
                  <a:lnTo>
                    <a:pt x="611588" y="4348757"/>
                  </a:lnTo>
                  <a:lnTo>
                    <a:pt x="583229" y="4314035"/>
                  </a:lnTo>
                  <a:lnTo>
                    <a:pt x="555449" y="4278828"/>
                  </a:lnTo>
                  <a:lnTo>
                    <a:pt x="528255" y="4243146"/>
                  </a:lnTo>
                  <a:lnTo>
                    <a:pt x="501653" y="4206993"/>
                  </a:lnTo>
                  <a:lnTo>
                    <a:pt x="475651" y="4170379"/>
                  </a:lnTo>
                  <a:lnTo>
                    <a:pt x="450257" y="4133309"/>
                  </a:lnTo>
                  <a:lnTo>
                    <a:pt x="425477" y="4095792"/>
                  </a:lnTo>
                  <a:lnTo>
                    <a:pt x="401319" y="4057835"/>
                  </a:lnTo>
                  <a:lnTo>
                    <a:pt x="377790" y="4019444"/>
                  </a:lnTo>
                  <a:lnTo>
                    <a:pt x="354898" y="3980628"/>
                  </a:lnTo>
                  <a:lnTo>
                    <a:pt x="332649" y="3941392"/>
                  </a:lnTo>
                  <a:lnTo>
                    <a:pt x="311051" y="3901746"/>
                  </a:lnTo>
                  <a:lnTo>
                    <a:pt x="290111" y="3861695"/>
                  </a:lnTo>
                  <a:lnTo>
                    <a:pt x="269836" y="3821247"/>
                  </a:lnTo>
                  <a:lnTo>
                    <a:pt x="250234" y="3780410"/>
                  </a:lnTo>
                  <a:lnTo>
                    <a:pt x="231312" y="3739190"/>
                  </a:lnTo>
                  <a:lnTo>
                    <a:pt x="213077" y="3697595"/>
                  </a:lnTo>
                  <a:lnTo>
                    <a:pt x="195537" y="3655633"/>
                  </a:lnTo>
                  <a:lnTo>
                    <a:pt x="178698" y="3613309"/>
                  </a:lnTo>
                  <a:lnTo>
                    <a:pt x="162568" y="3570632"/>
                  </a:lnTo>
                  <a:lnTo>
                    <a:pt x="147154" y="3527609"/>
                  </a:lnTo>
                  <a:lnTo>
                    <a:pt x="132463" y="3484247"/>
                  </a:lnTo>
                  <a:lnTo>
                    <a:pt x="118503" y="3440554"/>
                  </a:lnTo>
                  <a:lnTo>
                    <a:pt x="105281" y="3396536"/>
                  </a:lnTo>
                  <a:lnTo>
                    <a:pt x="92804" y="3352201"/>
                  </a:lnTo>
                  <a:lnTo>
                    <a:pt x="81079" y="3307556"/>
                  </a:lnTo>
                  <a:lnTo>
                    <a:pt x="70115" y="3262608"/>
                  </a:lnTo>
                  <a:lnTo>
                    <a:pt x="59917" y="3217365"/>
                  </a:lnTo>
                  <a:lnTo>
                    <a:pt x="50493" y="3171834"/>
                  </a:lnTo>
                  <a:lnTo>
                    <a:pt x="41850" y="3126022"/>
                  </a:lnTo>
                  <a:lnTo>
                    <a:pt x="33997" y="3079936"/>
                  </a:lnTo>
                  <a:lnTo>
                    <a:pt x="26939" y="3033584"/>
                  </a:lnTo>
                  <a:lnTo>
                    <a:pt x="20684" y="2986972"/>
                  </a:lnTo>
                  <a:lnTo>
                    <a:pt x="15240" y="2940109"/>
                  </a:lnTo>
                  <a:lnTo>
                    <a:pt x="10613" y="2893001"/>
                  </a:lnTo>
                  <a:lnTo>
                    <a:pt x="6812" y="2845656"/>
                  </a:lnTo>
                  <a:lnTo>
                    <a:pt x="3842" y="2798080"/>
                  </a:lnTo>
                  <a:lnTo>
                    <a:pt x="1712" y="2750282"/>
                  </a:lnTo>
                  <a:lnTo>
                    <a:pt x="429" y="2702268"/>
                  </a:lnTo>
                  <a:lnTo>
                    <a:pt x="0" y="2654046"/>
                  </a:lnTo>
                  <a:close/>
                </a:path>
              </a:pathLst>
            </a:custGeom>
            <a:ln w="184404">
              <a:solidFill>
                <a:srgbClr val="FFC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17289" y="2765247"/>
            <a:ext cx="3632200" cy="12141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689610" marR="5080" indent="-677545">
              <a:lnSpc>
                <a:spcPts val="4560"/>
              </a:lnSpc>
              <a:spcBef>
                <a:spcPts val="450"/>
              </a:spcBef>
            </a:pPr>
            <a:r>
              <a:rPr sz="4000" spc="130" dirty="0">
                <a:solidFill>
                  <a:srgbClr val="FFFFFF"/>
                </a:solidFill>
                <a:latin typeface="Trebuchet MS"/>
                <a:cs typeface="Trebuchet MS"/>
              </a:rPr>
              <a:t>CREATE </a:t>
            </a:r>
            <a:r>
              <a:rPr sz="4000" spc="245" dirty="0">
                <a:solidFill>
                  <a:srgbClr val="FFFFFF"/>
                </a:solidFill>
                <a:latin typeface="Trebuchet MS"/>
                <a:cs typeface="Trebuchet MS"/>
              </a:rPr>
              <a:t>YOUR  </a:t>
            </a:r>
            <a:r>
              <a:rPr sz="4000" spc="235" dirty="0">
                <a:solidFill>
                  <a:srgbClr val="FFFFFF"/>
                </a:solidFill>
                <a:latin typeface="Trebuchet MS"/>
                <a:cs typeface="Trebuchet MS"/>
              </a:rPr>
              <a:t>WEBSITE</a:t>
            </a:r>
            <a:endParaRPr sz="4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791</Words>
  <Application>Microsoft Office PowerPoint</Application>
  <PresentationFormat>Widescreen</PresentationFormat>
  <Paragraphs>121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It helps in editing,  publishing and modifying  the content of the website.</vt:lpstr>
      <vt:lpstr>Easier to use and a number  of features you can utilize.</vt:lpstr>
      <vt:lpstr>PROS &amp;  CONS</vt:lpstr>
      <vt:lpstr>PROS &amp;  CONS</vt:lpstr>
      <vt:lpstr>PROS &amp;  CONS</vt:lpstr>
      <vt:lpstr>5 REASONS WHY YOU SHOULD  BE USING A CMS</vt:lpstr>
      <vt:lpstr>FACT</vt:lpstr>
      <vt:lpstr>1</vt:lpstr>
      <vt:lpstr>2</vt:lpstr>
      <vt:lpstr>3</vt:lpstr>
      <vt:lpstr>4</vt:lpstr>
      <vt:lpstr>5</vt:lpstr>
      <vt:lpstr>PowerPoint Presentation</vt:lpstr>
      <vt:lpstr>BASIC WORDPRESS CMS</vt:lpstr>
      <vt:lpstr>BASIC WORDPRESS CMS</vt:lpstr>
      <vt:lpstr>WORDPRESS</vt:lpstr>
      <vt:lpstr>PowerPoint Presentation</vt:lpstr>
      <vt:lpstr>WORDPRESS  FEATURES</vt:lpstr>
      <vt:lpstr>SWITCHABLE  THEMES</vt:lpstr>
      <vt:lpstr>PLUGINS AND  WIDGETS</vt:lpstr>
      <vt:lpstr>SEO (Search Engine  Optimization)</vt:lpstr>
      <vt:lpstr>EASY LEARNING CURVE</vt:lpstr>
      <vt:lpstr>PREPARE</vt:lpstr>
      <vt:lpstr>THE STAGE HAS BEEN SET go ahead and follow the basic 8 steps</vt:lpstr>
      <vt:lpstr>Step 5</vt:lpstr>
      <vt:lpstr>1</vt:lpstr>
      <vt:lpstr>2</vt:lpstr>
      <vt:lpstr>3</vt:lpstr>
      <vt:lpstr>4</vt:lpstr>
      <vt:lpstr>5</vt:lpstr>
      <vt:lpstr>6</vt:lpstr>
      <vt:lpstr>7</vt:lpstr>
      <vt:lpstr>8</vt:lpstr>
      <vt:lpstr>CREATE YOUR  WEBSITE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Bahaa</dc:creator>
  <cp:lastModifiedBy>Bahaa</cp:lastModifiedBy>
  <cp:revision>6</cp:revision>
  <dcterms:created xsi:type="dcterms:W3CDTF">2021-04-09T17:29:12Z</dcterms:created>
  <dcterms:modified xsi:type="dcterms:W3CDTF">2022-04-27T07:09:49Z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2021-04-09T00:00:00Z</vt:filetime>
  </property>
</Properties>
</file>