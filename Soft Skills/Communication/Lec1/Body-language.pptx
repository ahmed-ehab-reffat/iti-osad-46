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EA35-FDC2-6574-BA36-19F21C5EF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89F1F-535B-359F-EDAD-5AEDFB6F5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9CB3B-79EC-D389-B0EE-8E3B24E8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1BBEA-EB0D-CACB-DA8A-D7BC3383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B0493-ED3D-4798-EAF2-142C9D52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7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B531D-AC83-E36D-CE91-D36490F82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25EE-312A-4D52-C91F-06D4965EE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E9CC-F0F0-8459-FB96-7C4AB548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226AE-5541-DB51-2ED4-37A3CB64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36B8-90E2-5903-EC5E-E3F21112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1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D681-B4E8-E698-4521-5FE25EC7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915C2-AFED-FCED-EFC2-647C63BEF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1C818-21B0-DFA8-559F-898A4184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2FD1-6D7C-2FB9-866A-902037F0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62A07-C59B-D225-EF51-45BE0DDD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2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EE21-F9CE-7AD0-7188-19628785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F3A57-DD5E-52AC-FC39-69F3A3045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9905C-C3C8-924A-105A-AE5B44357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09C7D-B92A-F2C4-0BC6-8E2048FA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CF9F2-0603-463E-AC35-0E0B2B75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F5DA2-1106-A140-3F4D-3F139F6D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6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7B01-1AAA-D46B-1DF5-09853C2E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75869-B009-6598-736D-B8CC29595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BBD5E-CE9A-815F-A828-EC18B0CE6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262EE-C651-A34D-FEFF-8EFBC4097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4EA27-7FD1-4785-4B50-2CF7589D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53F4B-EDE2-4A60-1EAB-9DE925B1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A3CA2-FA6F-47D6-3941-0A6A2A25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1EC68-6103-F84A-BA33-23DD4258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0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88A2-5F0A-7BCB-8058-7152D4C8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A5489-644A-DE12-84DA-346ECBF8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8163C-DD5E-AE9F-9DB8-607C8651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57F6E-86F9-D484-0160-F5ACB727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6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7B87B-368F-2C39-EFDF-2314A940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481BE6-267F-A72C-1729-9918804C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ED742-64EC-DD89-AA58-A4CCE557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2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8149-BEE1-6DC0-BE2B-85C3EA3A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062D0-237A-C0BC-55E4-DED046FA9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4FC92-7413-BDE3-F03F-2AEA91D21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2866B-E534-D140-0F52-F0644798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8C637-31E7-D961-C29E-3B5FCC5C2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82A57-35A8-59AF-1445-E0E6B42D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3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B03E-0E42-7519-FB6D-13766A9C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81D57-4ED5-D6BD-D0FE-553013317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9A819-4E13-B822-35F3-1F3752078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C89AB-317E-2582-2C73-3CE4C1A2E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57671-36A0-7026-F14D-868D63BC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63448-C891-3973-2DB2-75A9A663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6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1AA0-322D-87EA-6AC8-35A219B3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35F75-44F5-1A2B-DEDC-09A914860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E71C8-EFAF-5340-B146-1E2D2A35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D70F3-D1BB-F54E-CBF0-E473AD0A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54E2E-64DB-BD94-3865-1789D2F4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1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04E82D-9360-D889-DE64-00D4A9A1F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A5F0E-ECE8-AD8B-2B19-5F42946CE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AC41-4C62-F38E-33AA-68E4D241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7E8E-F383-C94B-6170-55D5693D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3110E-F68E-79BB-6455-0AD94A7D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7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1E69A-9724-51E7-901F-80D474F2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B0478-4E0B-F445-2418-2692D7FF9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C1877-A5AC-FBD8-C733-BEE1D9165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05288-40B0-4CB5-AF78-5BCEAE1C459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BA02-D298-FEB9-A5E3-32F3C24F3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6830-5871-9A3D-D94F-09545C0E0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410A5-9C99-4F78-881B-4FC5398B2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1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B218-3EAB-2977-E053-914BDBBDC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95525"/>
            <a:ext cx="10515600" cy="1133475"/>
          </a:xfrm>
        </p:spPr>
        <p:txBody>
          <a:bodyPr/>
          <a:lstStyle/>
          <a:p>
            <a:pPr algn="ctr"/>
            <a:r>
              <a:rPr lang="en-US" dirty="0"/>
              <a:t>Body Language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FF35C-785A-B845-A7D2-5190A968D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770606"/>
            <a:ext cx="10515600" cy="45720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By Ahmed Ehab Ahmed</a:t>
            </a:r>
          </a:p>
        </p:txBody>
      </p:sp>
    </p:spTree>
    <p:extLst>
      <p:ext uri="{BB962C8B-B14F-4D97-AF65-F5344CB8AC3E}">
        <p14:creationId xmlns:p14="http://schemas.microsoft.com/office/powerpoint/2010/main" val="46230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16A70-319F-787B-56CA-9C15811F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Organizational</a:t>
            </a:r>
          </a:p>
        </p:txBody>
      </p:sp>
    </p:spTree>
    <p:extLst>
      <p:ext uri="{BB962C8B-B14F-4D97-AF65-F5344CB8AC3E}">
        <p14:creationId xmlns:p14="http://schemas.microsoft.com/office/powerpoint/2010/main" val="307844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4FD2A0-1BD3-C60F-6D87-EC2BA72B6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577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37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black coat talking to a judge&#10;&#10;AI-generated content may be incorrect.">
            <a:extLst>
              <a:ext uri="{FF2B5EF4-FFF2-40B4-BE49-F238E27FC236}">
                <a16:creationId xmlns:a16="http://schemas.microsoft.com/office/drawing/2014/main" id="{CFA4AAB3-915A-4330-36F3-0B30FBF85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75185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vest and tie&#10;&#10;AI-generated content may be incorrect.">
            <a:extLst>
              <a:ext uri="{FF2B5EF4-FFF2-40B4-BE49-F238E27FC236}">
                <a16:creationId xmlns:a16="http://schemas.microsoft.com/office/drawing/2014/main" id="{E082615B-0673-FD3E-5769-ABF12BA8D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1488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98B5B71D-AE3D-9E9B-E214-7ABB342D9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7210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suit standing in front of a whiteboard&#10;&#10;AI-generated content may be incorrect.">
            <a:extLst>
              <a:ext uri="{FF2B5EF4-FFF2-40B4-BE49-F238E27FC236}">
                <a16:creationId xmlns:a16="http://schemas.microsoft.com/office/drawing/2014/main" id="{14D7169B-3C72-033A-765C-7668A2C64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227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D63B-5BBE-3554-C190-266066D52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Interpersonal</a:t>
            </a:r>
          </a:p>
        </p:txBody>
      </p:sp>
    </p:spTree>
    <p:extLst>
      <p:ext uri="{BB962C8B-B14F-4D97-AF65-F5344CB8AC3E}">
        <p14:creationId xmlns:p14="http://schemas.microsoft.com/office/powerpoint/2010/main" val="426531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holding a cup of coffee&#10;&#10;AI-generated content may be incorrect.">
            <a:extLst>
              <a:ext uri="{FF2B5EF4-FFF2-40B4-BE49-F238E27FC236}">
                <a16:creationId xmlns:a16="http://schemas.microsoft.com/office/drawing/2014/main" id="{A120F05E-9BB6-41DC-55C2-4491E3CBC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66616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waving her hand&#10;&#10;AI-generated content may be incorrect.">
            <a:extLst>
              <a:ext uri="{FF2B5EF4-FFF2-40B4-BE49-F238E27FC236}">
                <a16:creationId xmlns:a16="http://schemas.microsoft.com/office/drawing/2014/main" id="{2C762E1D-07FA-7BE7-1BAF-3C99BBDAF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8864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wo men sitting on a bench&#10;&#10;AI-generated content may be incorrect.">
            <a:extLst>
              <a:ext uri="{FF2B5EF4-FFF2-40B4-BE49-F238E27FC236}">
                <a16:creationId xmlns:a16="http://schemas.microsoft.com/office/drawing/2014/main" id="{A5D72DD2-42B5-AD26-411C-7538AC070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404724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wo men standing in a field&#10;&#10;AI-generated content may be incorrect.">
            <a:extLst>
              <a:ext uri="{FF2B5EF4-FFF2-40B4-BE49-F238E27FC236}">
                <a16:creationId xmlns:a16="http://schemas.microsoft.com/office/drawing/2014/main" id="{B1CA9E36-F72F-F957-E131-126D831ED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4127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pointing at something&#10;&#10;AI-generated content may be incorrect.">
            <a:extLst>
              <a:ext uri="{FF2B5EF4-FFF2-40B4-BE49-F238E27FC236}">
                <a16:creationId xmlns:a16="http://schemas.microsoft.com/office/drawing/2014/main" id="{849E34B2-7C46-3CCC-2238-7FB60CD5E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9472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CDF0-2866-43BA-A0C4-57C9B04B9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6022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10</Words>
  <Application>Microsoft Office PowerPoint</Application>
  <PresentationFormat>Widescreen</PresentationFormat>
  <Paragraphs>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Body Language</vt:lpstr>
      <vt:lpstr>Organizational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Interpersonal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Ehab</dc:creator>
  <cp:lastModifiedBy>Ahmed Ehab</cp:lastModifiedBy>
  <cp:revision>1</cp:revision>
  <dcterms:created xsi:type="dcterms:W3CDTF">2025-11-08T16:11:13Z</dcterms:created>
  <dcterms:modified xsi:type="dcterms:W3CDTF">2025-11-09T04:31:55Z</dcterms:modified>
</cp:coreProperties>
</file>